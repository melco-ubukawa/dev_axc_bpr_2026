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6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CA215-4B64-73D2-AE30-E66B21A7D1CA}" v="1" dt="2025-02-21T07:21:36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howGuides="1">
      <p:cViewPr varScale="1">
        <p:scale>
          <a:sx n="66" d="100"/>
          <a:sy n="66" d="100"/>
        </p:scale>
        <p:origin x="556" y="2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C55D2-3B2D-4AE8-BD92-EF45D46A3A07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EE2B3-992F-40DF-88CE-3DE91024B8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95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1_Title_And_Bullete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7720-888B-4DAD-8082-6F495F3A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198A5-6236-4F3F-86F6-803368D5D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C0FE-7FD9-4042-8E6E-7C2A53CE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CA3EE-B3B7-4011-A13C-0676AB798C80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C8BC-DC48-4E60-8788-A0EAC1A0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AFE4C-5C74-4A09-ABCD-382AD2BA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8419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Layout_2_Title_Subtitle_And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tle Background" descr="表紙16対9_社名のみ.png">
            <a:extLst>
              <a:ext uri="{FF2B5EF4-FFF2-40B4-BE49-F238E27FC236}">
                <a16:creationId xmlns:a16="http://schemas.microsoft.com/office/drawing/2014/main" id="{ACFD404E-17F8-421B-9FC3-03A825680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871" cy="6858000"/>
          </a:xfrm>
          <a:prstGeom prst="rect">
            <a:avLst/>
          </a:prstGeom>
        </p:spPr>
      </p:pic>
      <p:sp>
        <p:nvSpPr>
          <p:cNvPr id="12" name="Copyright">
            <a:extLst>
              <a:ext uri="{FF2B5EF4-FFF2-40B4-BE49-F238E27FC236}">
                <a16:creationId xmlns:a16="http://schemas.microsoft.com/office/drawing/2014/main" id="{5BE5743C-1B6F-4308-93F9-3E034F437285}"/>
              </a:ext>
            </a:extLst>
          </p:cNvPr>
          <p:cNvSpPr txBox="1">
            <a:spLocks/>
          </p:cNvSpPr>
          <p:nvPr userDrawn="1"/>
        </p:nvSpPr>
        <p:spPr>
          <a:xfrm>
            <a:off x="10708324" y="6699934"/>
            <a:ext cx="1214435" cy="138499"/>
          </a:xfrm>
          <a:prstGeom prst="rect">
            <a:avLst/>
          </a:prstGeom>
        </p:spPr>
        <p:txBody>
          <a:bodyPr vert="horz" wrap="none" lIns="91440" tIns="45720" rIns="0" bIns="0" rtlCol="0" anchor="b" anchorCtr="0">
            <a:spAutoFit/>
          </a:bodyPr>
          <a:lstStyle>
            <a:defPPr>
              <a:defRPr lang="ja-JP"/>
            </a:defPPr>
            <a:lvl1pPr marL="0" algn="r" defTabSz="914400" rtl="0" eaLnBrk="1" fontAlgn="b" latinLnBrk="0" hangingPunct="1">
              <a:defRPr kumimoji="1" sz="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+mn-lt"/>
              </a:rPr>
              <a:t>© Mitsubishi Electric Corporation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C53E4-1E12-416A-8FA6-4105CD4A1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687" y="1844674"/>
            <a:ext cx="10080625" cy="201612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B35D9-6687-46F3-8B48-1EC65AB2D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87" y="4005065"/>
            <a:ext cx="10080625" cy="2087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D7B81-20EE-4021-943D-A3E95B0A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FDBAD-EE61-4BEE-884E-7BCFE6EA8D4A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F79AC-0DCC-468F-89D7-EC65E718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90C7F-940B-4EEF-8EF4-DAB706D1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230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_3_Title_Sub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tle Background" descr="表紙16対9_社名のみ.png">
            <a:extLst>
              <a:ext uri="{FF2B5EF4-FFF2-40B4-BE49-F238E27FC236}">
                <a16:creationId xmlns:a16="http://schemas.microsoft.com/office/drawing/2014/main" id="{ACFD404E-17F8-421B-9FC3-03A825680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871" cy="6858000"/>
          </a:xfrm>
          <a:prstGeom prst="rect">
            <a:avLst/>
          </a:prstGeom>
        </p:spPr>
      </p:pic>
      <p:sp>
        <p:nvSpPr>
          <p:cNvPr id="12" name="Copyright">
            <a:extLst>
              <a:ext uri="{FF2B5EF4-FFF2-40B4-BE49-F238E27FC236}">
                <a16:creationId xmlns:a16="http://schemas.microsoft.com/office/drawing/2014/main" id="{5BE5743C-1B6F-4308-93F9-3E034F437285}"/>
              </a:ext>
            </a:extLst>
          </p:cNvPr>
          <p:cNvSpPr txBox="1">
            <a:spLocks/>
          </p:cNvSpPr>
          <p:nvPr userDrawn="1"/>
        </p:nvSpPr>
        <p:spPr>
          <a:xfrm>
            <a:off x="10708324" y="6699934"/>
            <a:ext cx="1214435" cy="138499"/>
          </a:xfrm>
          <a:prstGeom prst="rect">
            <a:avLst/>
          </a:prstGeom>
        </p:spPr>
        <p:txBody>
          <a:bodyPr vert="horz" wrap="none" lIns="91440" tIns="45720" rIns="0" bIns="0" rtlCol="0" anchor="b" anchorCtr="0">
            <a:spAutoFit/>
          </a:bodyPr>
          <a:lstStyle>
            <a:defPPr>
              <a:defRPr lang="ja-JP"/>
            </a:defPPr>
            <a:lvl1pPr marL="0" algn="r" defTabSz="914400" rtl="0" eaLnBrk="1" fontAlgn="b" latinLnBrk="0" hangingPunct="1">
              <a:defRPr kumimoji="1" sz="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+mn-lt"/>
              </a:rPr>
              <a:t>© Mitsubishi Electric Corporation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C53E4-1E12-416A-8FA6-4105CD4A1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687" y="1844674"/>
            <a:ext cx="5472361" cy="201612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B35D9-6687-46F3-8B48-1EC65AB2D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87" y="4005065"/>
            <a:ext cx="5472361" cy="2087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D7B81-20EE-4021-943D-A3E95B0A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FDBAD-EE61-4BEE-884E-7BCFE6EA8D4A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F79AC-0DCC-468F-89D7-EC65E718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90C7F-940B-4EEF-8EF4-DAB706D1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F2AC39-1A84-FFEC-BE77-96A618CC1F5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760133" y="1844673"/>
            <a:ext cx="4808475" cy="42481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02175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4_Title_And_Content_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7720-888B-4DAD-8082-6F495F3A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198A5-6236-4F3F-86F6-803368D5D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C0FE-7FD9-4042-8E6E-7C2A53CE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CA3EE-B3B7-4011-A13C-0676AB798C80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C8BC-DC48-4E60-8788-A0EAC1A0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AFE4C-5C74-4A09-ABCD-382AD2BA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98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5_Title_And_Centere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C17D-8D2C-4DAB-BDD5-3B5A1361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268414"/>
            <a:ext cx="10080625" cy="23050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1F02-BDAA-4E53-8FC1-B8111322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4556-3504-445B-8DDA-1BBFD8D2B2B2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0A774-C4A0-4774-9FF7-88CBFF94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5E38-4B9B-4E66-B292-163EA92C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70E23A-DA1D-3462-A835-E2CAFD71E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3766638"/>
            <a:ext cx="10080624" cy="23050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69697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yout_6_Title_And_Two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9508-187E-4FD7-8515-B84AA826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E93D-7898-4CB0-BBF2-5B428BC1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5" y="908050"/>
            <a:ext cx="5400675" cy="53292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51445-A55E-4644-AF5E-9E01FF313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900" y="908050"/>
            <a:ext cx="5400674" cy="53292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903FD-46FD-4C9A-9671-BDFC153D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4CCF-53E9-480B-A8DF-158ADA39B1E8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59FCC-2F28-4282-84E5-7433A0B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DE99-23D3-450F-AF7C-B2EBC7D5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7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4" userDrawn="1">
          <p15:clr>
            <a:srgbClr val="FBAE40"/>
          </p15:clr>
        </p15:guide>
        <p15:guide id="2" pos="3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7_Title_And_Four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9508-187E-4FD7-8515-B84AA826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E93D-7898-4CB0-BBF2-5B428BC1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5" y="908050"/>
            <a:ext cx="5400675" cy="367307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51445-A55E-4644-AF5E-9E01FF313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900" y="908050"/>
            <a:ext cx="5400674" cy="367307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903FD-46FD-4C9A-9671-BDFC153D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4CCF-53E9-480B-A8DF-158ADA39B1E8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59FCC-2F28-4282-84E5-7433A0B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DE99-23D3-450F-AF7C-B2EBC7D5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D1EEB08-74EB-94A4-C1BE-B265CEE099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9425" y="4797028"/>
            <a:ext cx="5400675" cy="13086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64E7CAD-7FEA-70DF-57B7-32D89AD8469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11900" y="4797028"/>
            <a:ext cx="5400674" cy="13086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48041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4">
          <p15:clr>
            <a:srgbClr val="FBAE40"/>
          </p15:clr>
        </p15:guide>
        <p15:guide id="2" pos="397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8_Title_And_Three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9508-187E-4FD7-8515-B84AA826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E93D-7898-4CB0-BBF2-5B428BC1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352" y="908050"/>
            <a:ext cx="3744367" cy="53292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C38903FD-46FD-4C9A-9671-BDFC153D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4CCF-53E9-480B-A8DF-158ADA39B1E8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9E59FCC-2F28-4282-84E5-7433A0B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DE99-23D3-450F-AF7C-B2EBC7D5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4F0EDE-6A8E-5039-20BA-7968B18580C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59623" y="908050"/>
            <a:ext cx="3744367" cy="53292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0EB920D-C8BE-07E3-89A1-1D9E6DC852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5895" y="908050"/>
            <a:ext cx="3744367" cy="53292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0785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4">
          <p15:clr>
            <a:srgbClr val="FBAE40"/>
          </p15:clr>
        </p15:guide>
        <p15:guide id="2" pos="39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9_Title_And_Six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9508-187E-4FD7-8515-B84AA826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E93D-7898-4CB0-BBF2-5B428BC1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352" y="908050"/>
            <a:ext cx="3744367" cy="31690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C38903FD-46FD-4C9A-9671-BDFC153D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4CCF-53E9-480B-A8DF-158ADA39B1E8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9E59FCC-2F28-4282-84E5-7433A0B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DE99-23D3-450F-AF7C-B2EBC7D5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4F0EDE-6A8E-5039-20BA-7968B18580C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59623" y="908050"/>
            <a:ext cx="3744367" cy="31690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0EB920D-C8BE-07E3-89A1-1D9E6DC852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5895" y="908050"/>
            <a:ext cx="3744367" cy="31690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D092EAF-8869-1E71-9EDC-9CD8FB61470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63352" y="4292971"/>
            <a:ext cx="3744367" cy="165697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9D8991D-3F24-9E44-CF1C-D1580654429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59623" y="4292971"/>
            <a:ext cx="3744367" cy="165697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E84A76-3C9B-4BFD-06E0-B57E5104885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277763" y="4292971"/>
            <a:ext cx="3744367" cy="165697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86892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4">
          <p15:clr>
            <a:srgbClr val="FBAE40"/>
          </p15:clr>
        </p15:guide>
        <p15:guide id="2" pos="39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10_Title_Only_With_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6316-69C7-4DD5-93E4-8B9A313F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8016E-BE8D-4C08-B2DF-48582EE4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A2F92-03FB-4C30-8C71-E0D8C543897A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80152-7E0E-40A4-8E5D-52C5E855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16FB1-00DD-4699-8441-12FE9DBE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32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yout_11_Blank_With_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C8DA7-1502-409A-8300-5E0AE079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0CE-446E-45A2-85D7-877624C40904}" type="datetime1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ACF0C-379C-4BEB-B930-F0CA0016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D21E3-8007-4CB2-AFA9-CEC079AA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378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E Logo" descr="\\File-srv1\共有2\第2営業局\0-表示標準各種（マニュアルとロゴ）\三菱電機表示標準\三菱電機ロゴ【海外用一式】ai-eps-jpg\海外 コーポレートロゴ＋CFB カラー.emf">
            <a:extLst>
              <a:ext uri="{FF2B5EF4-FFF2-40B4-BE49-F238E27FC236}">
                <a16:creationId xmlns:a16="http://schemas.microsoft.com/office/drawing/2014/main" id="{BDF7B7AE-A5F4-429D-A49B-96D5D4D3B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962" y="1499868"/>
            <a:ext cx="7697251" cy="335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6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se Background" descr="中面16対9_全部なし.png">
            <a:extLst>
              <a:ext uri="{FF2B5EF4-FFF2-40B4-BE49-F238E27FC236}">
                <a16:creationId xmlns:a16="http://schemas.microsoft.com/office/drawing/2014/main" id="{4C306588-236B-4D39-9D4B-4E15D09DF2D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871" cy="6858000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9EF543F2-E0D7-44CE-B252-BFF6B6006CC3}"/>
              </a:ext>
            </a:extLst>
          </p:cNvPr>
          <p:cNvSpPr txBox="1">
            <a:spLocks/>
          </p:cNvSpPr>
          <p:nvPr userDrawn="1"/>
        </p:nvSpPr>
        <p:spPr>
          <a:xfrm>
            <a:off x="10708324" y="6699934"/>
            <a:ext cx="1214435" cy="138499"/>
          </a:xfrm>
          <a:prstGeom prst="rect">
            <a:avLst/>
          </a:prstGeom>
        </p:spPr>
        <p:txBody>
          <a:bodyPr vert="horz" wrap="none" lIns="91440" tIns="45720" rIns="0" bIns="0" rtlCol="0" anchor="b" anchorCtr="0">
            <a:spAutoFit/>
          </a:bodyPr>
          <a:lstStyle>
            <a:defPPr>
              <a:defRPr lang="ja-JP"/>
            </a:defPPr>
            <a:lvl1pPr marL="0" algn="r" defTabSz="914400" rtl="0" eaLnBrk="1" fontAlgn="b" latinLnBrk="0" hangingPunct="1">
              <a:defRPr kumimoji="1" sz="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+mn-lt"/>
              </a:rPr>
              <a:t>© Mitsubishi Electric Corporation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07759-6AAA-46B3-8F20-214DAC64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925" y="115888"/>
            <a:ext cx="10153651" cy="576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2CA0D-94A7-41C5-8AF4-7E26591CD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908720"/>
            <a:ext cx="11233151" cy="5328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D098C-E5E0-43F9-B257-BECB5B72F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9241" y="6321600"/>
            <a:ext cx="4386897" cy="1656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>
              <a:lnSpc>
                <a:spcPct val="130000"/>
              </a:lnSpc>
              <a:defRPr sz="900">
                <a:solidFill>
                  <a:srgbClr val="666666"/>
                </a:solidFill>
              </a:defRPr>
            </a:lvl1pPr>
          </a:lstStyle>
          <a:p>
            <a:fld id="{679C66E3-18E1-4FD0-AAE0-6464F925B8D7}" type="datetime1">
              <a:rPr lang="ja-JP" altLang="en-US" smtClean="0"/>
              <a:t>2025/5/21</a:t>
            </a:fld>
            <a:endParaRPr lang="ja-JP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0F21-DF88-4592-BA4D-22643321E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0000" y="6494400"/>
            <a:ext cx="4386897" cy="1656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ctr">
              <a:lnSpc>
                <a:spcPct val="130000"/>
              </a:lnSpc>
              <a:defRPr sz="900">
                <a:solidFill>
                  <a:srgbClr val="666666"/>
                </a:solidFill>
              </a:defRPr>
            </a:lvl1pPr>
          </a:lstStyle>
          <a:p>
            <a:pPr algn="l"/>
            <a:endParaRPr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7B26-4FCD-44B0-8D9D-CF6186AC3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5862" y="6313625"/>
            <a:ext cx="4386897" cy="428487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>
            <a:lvl1pPr algn="r">
              <a:lnSpc>
                <a:spcPct val="130000"/>
              </a:lnSpc>
              <a:defRPr sz="1600">
                <a:solidFill>
                  <a:srgbClr val="666666"/>
                </a:solidFill>
              </a:defRPr>
            </a:lvl1pPr>
          </a:lstStyle>
          <a:p>
            <a:fld id="{8CB7DC12-2148-4A7F-924A-4883C590EAC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273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7" r:id="rId3"/>
    <p:sldLayoutId id="2147483650" r:id="rId4"/>
    <p:sldLayoutId id="2147483651" r:id="rId5"/>
    <p:sldLayoutId id="2147483652" r:id="rId6"/>
    <p:sldLayoutId id="2147483660" r:id="rId7"/>
    <p:sldLayoutId id="2147483658" r:id="rId8"/>
    <p:sldLayoutId id="2147483659" r:id="rId9"/>
    <p:sldLayoutId id="2147483654" r:id="rId10"/>
    <p:sldLayoutId id="2147483655" r:id="rId11"/>
    <p:sldLayoutId id="2147483656" r:id="rId12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spcAft>
          <a:spcPts val="600"/>
        </a:spcAft>
        <a:buNone/>
        <a:defRPr kumimoji="1"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1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Layout_1_Title_And_BulletedText">
  <a:themeElements>
    <a:clrScheme name="Template B Colors">
      <a:dk1>
        <a:srgbClr val="000000"/>
      </a:dk1>
      <a:lt1>
        <a:srgbClr val="FFFFFF"/>
      </a:lt1>
      <a:dk2>
        <a:srgbClr val="666666"/>
      </a:dk2>
      <a:lt2>
        <a:srgbClr val="E1E1E1"/>
      </a:lt2>
      <a:accent1>
        <a:srgbClr val="E60012"/>
      </a:accent1>
      <a:accent2>
        <a:srgbClr val="FCDECA"/>
      </a:accent2>
      <a:accent3>
        <a:srgbClr val="B1D9B7"/>
      </a:accent3>
      <a:accent4>
        <a:srgbClr val="B8E5E6"/>
      </a:accent4>
      <a:accent5>
        <a:srgbClr val="B9E1FF"/>
      </a:accent5>
      <a:accent6>
        <a:srgbClr val="FAC8DA"/>
      </a:accent6>
      <a:hlink>
        <a:srgbClr val="E60012"/>
      </a:hlink>
      <a:folHlink>
        <a:srgbClr val="FF6B74"/>
      </a:folHlink>
    </a:clrScheme>
    <a:fontScheme name="Segoe UI - 游ゴシック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f11ddcc9-08ce-44ec-a8a2-515652e566a8">01：会社説明PPT</category>
    <_dlc_DocId xmlns="fe9ed57b-07c4-4111-9a9a-eea6dd44bb52">PTVE3NZ4FS7V-1702755414-5</_dlc_DocId>
    <_dlc_DocIdUrl xmlns="fe9ed57b-07c4-4111-9a9a-eea6dd44bb52">
      <Url>https://mitsubishielectricgroup.sharepoint.com/sites/010116/adv/_layouts/15/DocIdRedir.aspx?ID=PTVE3NZ4FS7V-1702755414-5</Url>
      <Description>PTVE3NZ4FS7V-1702755414-5</Description>
    </_dlc_DocIdUrl>
    <lcf76f155ced4ddcb4097134ff3c332f xmlns="f11ddcc9-08ce-44ec-a8a2-515652e566a8">
      <Terms xmlns="http://schemas.microsoft.com/office/infopath/2007/PartnerControls"/>
    </lcf76f155ced4ddcb4097134ff3c332f>
    <TaxCatchAll xmlns="fe9ed57b-07c4-4111-9a9a-eea6dd44bb5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4896A9979A5FC40870F0BF5CEED466D" ma:contentTypeVersion="11" ma:contentTypeDescription="新しいドキュメントを作成します。" ma:contentTypeScope="" ma:versionID="70f3194ab9b03d4f9fd2f06d92244f95">
  <xsd:schema xmlns:xsd="http://www.w3.org/2001/XMLSchema" xmlns:xs="http://www.w3.org/2001/XMLSchema" xmlns:p="http://schemas.microsoft.com/office/2006/metadata/properties" xmlns:ns2="f11ddcc9-08ce-44ec-a8a2-515652e566a8" xmlns:ns3="fe9ed57b-07c4-4111-9a9a-eea6dd44bb52" targetNamespace="http://schemas.microsoft.com/office/2006/metadata/properties" ma:root="true" ma:fieldsID="d82bbd90db2fb41e7d071b32d9ab70cc" ns2:_="" ns3:_="">
    <xsd:import namespace="f11ddcc9-08ce-44ec-a8a2-515652e566a8"/>
    <xsd:import namespace="fe9ed57b-07c4-4111-9a9a-eea6dd44bb5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3:_dlc_DocId" minOccurs="0"/>
                <xsd:element ref="ns3:_dlc_DocIdUrl" minOccurs="0"/>
                <xsd:element ref="ns3:_dlc_DocIdPersistId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1ddcc9-08ce-44ec-a8a2-515652e566a8" elementFormDefault="qualified">
    <xsd:import namespace="http://schemas.microsoft.com/office/2006/documentManagement/types"/>
    <xsd:import namespace="http://schemas.microsoft.com/office/infopath/2007/PartnerControls"/>
    <xsd:element name="category" ma:index="2" nillable="true" ma:displayName="カテゴリ" ma:default="01：会社説明PPT" ma:format="Dropdown" ma:internalName="category">
      <xsd:simpleType>
        <xsd:restriction base="dms:Choice">
          <xsd:enumeration value="01：会社説明PPT"/>
          <xsd:enumeration value="02：当社提供番組について"/>
          <xsd:enumeration value="03：三菱電機PPTテンプレート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9e8076fe-bb0c-488f-ac76-058e9f0b25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ed57b-07c4-4111-9a9a-eea6dd44bb52" elementFormDefault="qualified">
    <xsd:import namespace="http://schemas.microsoft.com/office/2006/documentManagement/types"/>
    <xsd:import namespace="http://schemas.microsoft.com/office/infopath/2007/PartnerControls"/>
    <xsd:element name="_dlc_DocId" ma:index="5" nillable="true" ma:displayName="ドキュメント ID 値" ma:description="このアイテムに割り当てられているドキュメント ID の値です。" ma:indexed="true" ma:internalName="_dlc_DocId" ma:readOnly="true">
      <xsd:simpleType>
        <xsd:restriction base="dms:Text"/>
      </xsd:simpleType>
    </xsd:element>
    <xsd:element name="_dlc_DocIdUrl" ma:index="6" nillable="true" ma:displayName="ドキュメントID:" ma:description="このドキュメントへの常時接続リンクです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7" nillable="true" ma:displayName="ID を保持" ma:description="追加時に ID を保持します。" ma:hidden="true" ma:internalName="_dlc_DocIdPersistId" ma:readOnly="true">
      <xsd:simpleType>
        <xsd:restriction base="dms:Boolean"/>
      </xsd:simpleType>
    </xsd:element>
    <xsd:element name="TaxCatchAll" ma:index="16" nillable="true" ma:displayName="Taxonomy Catch All Column" ma:hidden="true" ma:list="{505df1ea-7ef9-443c-bbc5-a38ceb4fd4f5}" ma:internalName="TaxCatchAll" ma:showField="CatchAllData" ma:web="fe9ed57b-07c4-4111-9a9a-eea6dd44bb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E0069C-4BB1-421A-80A9-2B16897C44BC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f11ddcc9-08ce-44ec-a8a2-515652e566a8"/>
    <ds:schemaRef ds:uri="http://purl.org/dc/elements/1.1/"/>
    <ds:schemaRef ds:uri="fe9ed57b-07c4-4111-9a9a-eea6dd44bb52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FF9622B-9F31-4D0F-B53E-D4566A16EB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1ddcc9-08ce-44ec-a8a2-515652e566a8"/>
    <ds:schemaRef ds:uri="fe9ed57b-07c4-4111-9a9a-eea6dd44bb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1D600C-88B1-484B-9A85-8443C9E4170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0ED2AF1-FBE5-49E1-BF09-D40DC1BEC0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Arial</vt:lpstr>
      <vt:lpstr>Segoe UI</vt:lpstr>
      <vt:lpstr>Layout_1_Title_And_BulletedText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三菱電機PPTテンプレートA 16:9画面(国内用)</dc:title>
  <dc:creator/>
  <cp:lastModifiedBy>達也 石川</cp:lastModifiedBy>
  <cp:revision>9</cp:revision>
  <dcterms:created xsi:type="dcterms:W3CDTF">2021-12-22T06:38:57Z</dcterms:created>
  <dcterms:modified xsi:type="dcterms:W3CDTF">2025-05-21T13:49:50Z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0x01010074896A9979A5FC40870F0BF5CEED466D</vt:lpwstr>
  </property>
  <property fmtid="{D5CDD505-2E9C-101B-9397-08002B2CF9AE}" pid="3" name="_dlc_DocIdItemGuid">
    <vt:lpwstr>cd48f4e2-3966-4100-b1aa-2f2d058d285a</vt:lpwstr>
  </property>
  <property fmtid="{D5CDD505-2E9C-101B-9397-08002B2CF9AE}" pid="4" name="MediaServiceImageTags">
    <vt:lpwstr/>
  </property>
</Properties>
</file>