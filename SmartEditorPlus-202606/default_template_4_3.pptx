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67" r:id="rId5"/>
  </p:sldMasterIdLst>
  <p:notesMasterIdLst>
    <p:notesMasterId r:id="rId6"/>
  </p:notesMasterIdLst>
  <p:handoutMasterIdLst>
    <p:handoutMasterId r:id="rId7"/>
  </p:handoutMaster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60012"/>
    <a:srgbClr val="FF0000"/>
    <a:srgbClr val="666666"/>
    <a:srgbClr val="FFFFFF"/>
    <a:srgbClr val="E1E1E1"/>
    <a:srgbClr val="EEEEEF"/>
    <a:srgbClr val="72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422B27-DA8B-4053-9B07-30AF31C41F58}" v="2" dt="2021-06-23T06:50:48.8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5" autoAdjust="0"/>
    <p:restoredTop sz="94683" autoAdjust="0"/>
  </p:normalViewPr>
  <p:slideViewPr>
    <p:cSldViewPr snapToGrid="0">
      <p:cViewPr varScale="1">
        <p:scale>
          <a:sx n="91" d="100"/>
          <a:sy n="91" d="100"/>
        </p:scale>
        <p:origin x="378" y="57"/>
      </p:cViewPr>
      <p:guideLst>
        <p:guide orient="horz" pos="2205"/>
        <p:guide pos="288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4" d="100"/>
          <a:sy n="124" d="100"/>
        </p:scale>
        <p:origin x="409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B5074-22B4-4BAA-90CF-F09B99342087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4420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AFD7E-42DE-4578-9698-4D44CA4D1EC7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ACAE1-F7C7-40A2-AB1E-F699848D12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765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Layout_2_Title_Subtitle_And_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pyright">
            <a:extLst>
              <a:ext uri="{FF2B5EF4-FFF2-40B4-BE49-F238E27FC236}">
                <a16:creationId xmlns:a16="http://schemas.microsoft.com/office/drawing/2014/main" id="{4C705E68-4F54-4170-8045-98BAF73B1F2B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600" dirty="0">
                <a:solidFill>
                  <a:srgbClr val="666666"/>
                </a:solidFill>
              </a:rPr>
              <a:t>©Mitsubishi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Electric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Corporation</a:t>
            </a:r>
            <a:endParaRPr kumimoji="1" lang="ja-JP" altLang="en-US" sz="600" dirty="0">
              <a:solidFill>
                <a:srgbClr val="666666"/>
              </a:solidFill>
            </a:endParaRPr>
          </a:p>
        </p:txBody>
      </p:sp>
      <p:grpSp>
        <p:nvGrpSpPr>
          <p:cNvPr id="134" name="ME Company Name JP">
            <a:extLst>
              <a:ext uri="{FF2B5EF4-FFF2-40B4-BE49-F238E27FC236}">
                <a16:creationId xmlns:a16="http://schemas.microsoft.com/office/drawing/2014/main" id="{ABCFAE30-91A2-418A-816A-D8B8B287B624}"/>
              </a:ext>
            </a:extLst>
          </p:cNvPr>
          <p:cNvGrpSpPr/>
          <p:nvPr userDrawn="1"/>
        </p:nvGrpSpPr>
        <p:grpSpPr>
          <a:xfrm>
            <a:off x="3960020" y="4967994"/>
            <a:ext cx="1225476" cy="152582"/>
            <a:chOff x="3946525" y="4966308"/>
            <a:chExt cx="1252497" cy="155947"/>
          </a:xfrm>
        </p:grpSpPr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9D49B063-E8F0-4B7C-818C-D45A98D87D40}"/>
                </a:ext>
              </a:extLst>
            </p:cNvPr>
            <p:cNvSpPr/>
            <p:nvPr/>
          </p:nvSpPr>
          <p:spPr>
            <a:xfrm>
              <a:off x="3956068" y="4979526"/>
              <a:ext cx="127351" cy="15153"/>
            </a:xfrm>
            <a:custGeom>
              <a:avLst/>
              <a:gdLst>
                <a:gd name="connsiteX0" fmla="*/ 0 w 127351"/>
                <a:gd name="connsiteY0" fmla="*/ 0 h 15153"/>
                <a:gd name="connsiteX1" fmla="*/ 127352 w 127351"/>
                <a:gd name="connsiteY1" fmla="*/ 0 h 15153"/>
                <a:gd name="connsiteX2" fmla="*/ 127352 w 127351"/>
                <a:gd name="connsiteY2" fmla="*/ 15153 h 15153"/>
                <a:gd name="connsiteX3" fmla="*/ 0 w 127351"/>
                <a:gd name="connsiteY3" fmla="*/ 15153 h 15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51" h="15153">
                  <a:moveTo>
                    <a:pt x="0" y="0"/>
                  </a:moveTo>
                  <a:lnTo>
                    <a:pt x="127352" y="0"/>
                  </a:lnTo>
                  <a:lnTo>
                    <a:pt x="127352" y="15153"/>
                  </a:lnTo>
                  <a:lnTo>
                    <a:pt x="0" y="15153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7DB45AC-CBAF-4A55-B981-AB6BC5B1749D}"/>
                </a:ext>
              </a:extLst>
            </p:cNvPr>
            <p:cNvSpPr/>
            <p:nvPr/>
          </p:nvSpPr>
          <p:spPr>
            <a:xfrm>
              <a:off x="3961291" y="5034529"/>
              <a:ext cx="116841" cy="15282"/>
            </a:xfrm>
            <a:custGeom>
              <a:avLst/>
              <a:gdLst>
                <a:gd name="connsiteX0" fmla="*/ 0 w 116841"/>
                <a:gd name="connsiteY0" fmla="*/ 0 h 15282"/>
                <a:gd name="connsiteX1" fmla="*/ 116841 w 116841"/>
                <a:gd name="connsiteY1" fmla="*/ 0 h 15282"/>
                <a:gd name="connsiteX2" fmla="*/ 116841 w 116841"/>
                <a:gd name="connsiteY2" fmla="*/ 15282 h 15282"/>
                <a:gd name="connsiteX3" fmla="*/ 0 w 116841"/>
                <a:gd name="connsiteY3" fmla="*/ 15282 h 1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841" h="15282">
                  <a:moveTo>
                    <a:pt x="0" y="0"/>
                  </a:moveTo>
                  <a:lnTo>
                    <a:pt x="116841" y="0"/>
                  </a:lnTo>
                  <a:lnTo>
                    <a:pt x="116841" y="15282"/>
                  </a:lnTo>
                  <a:lnTo>
                    <a:pt x="0" y="1528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E980EE4-4B3E-4D4C-9291-9DE4D98BE568}"/>
                </a:ext>
              </a:extLst>
            </p:cNvPr>
            <p:cNvSpPr/>
            <p:nvPr/>
          </p:nvSpPr>
          <p:spPr>
            <a:xfrm>
              <a:off x="3946525" y="5092627"/>
              <a:ext cx="146503" cy="15733"/>
            </a:xfrm>
            <a:custGeom>
              <a:avLst/>
              <a:gdLst>
                <a:gd name="connsiteX0" fmla="*/ 0 w 146503"/>
                <a:gd name="connsiteY0" fmla="*/ 0 h 15733"/>
                <a:gd name="connsiteX1" fmla="*/ 146503 w 146503"/>
                <a:gd name="connsiteY1" fmla="*/ 0 h 15733"/>
                <a:gd name="connsiteX2" fmla="*/ 146503 w 146503"/>
                <a:gd name="connsiteY2" fmla="*/ 15734 h 15733"/>
                <a:gd name="connsiteX3" fmla="*/ 0 w 146503"/>
                <a:gd name="connsiteY3" fmla="*/ 15734 h 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03" h="15733">
                  <a:moveTo>
                    <a:pt x="0" y="0"/>
                  </a:moveTo>
                  <a:lnTo>
                    <a:pt x="146503" y="0"/>
                  </a:lnTo>
                  <a:lnTo>
                    <a:pt x="146503" y="15734"/>
                  </a:lnTo>
                  <a:lnTo>
                    <a:pt x="0" y="15734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B7A6623-998F-49D7-A5E4-22578AEDC2DA}"/>
                </a:ext>
              </a:extLst>
            </p:cNvPr>
            <p:cNvSpPr/>
            <p:nvPr/>
          </p:nvSpPr>
          <p:spPr>
            <a:xfrm>
              <a:off x="4740426" y="4966501"/>
              <a:ext cx="146954" cy="148128"/>
            </a:xfrm>
            <a:custGeom>
              <a:avLst/>
              <a:gdLst>
                <a:gd name="connsiteX0" fmla="*/ 128319 w 146954"/>
                <a:gd name="connsiteY0" fmla="*/ 121355 h 148128"/>
                <a:gd name="connsiteX1" fmla="*/ 117228 w 146954"/>
                <a:gd name="connsiteY1" fmla="*/ 120968 h 148128"/>
                <a:gd name="connsiteX2" fmla="*/ 106718 w 146954"/>
                <a:gd name="connsiteY2" fmla="*/ 86148 h 148128"/>
                <a:gd name="connsiteX3" fmla="*/ 101817 w 146954"/>
                <a:gd name="connsiteY3" fmla="*/ 41913 h 148128"/>
                <a:gd name="connsiteX4" fmla="*/ 141602 w 146954"/>
                <a:gd name="connsiteY4" fmla="*/ 41720 h 148128"/>
                <a:gd name="connsiteX5" fmla="*/ 141602 w 146954"/>
                <a:gd name="connsiteY5" fmla="*/ 26115 h 148128"/>
                <a:gd name="connsiteX6" fmla="*/ 125288 w 146954"/>
                <a:gd name="connsiteY6" fmla="*/ 26115 h 148128"/>
                <a:gd name="connsiteX7" fmla="*/ 136315 w 146954"/>
                <a:gd name="connsiteY7" fmla="*/ 18893 h 148128"/>
                <a:gd name="connsiteX8" fmla="*/ 119743 w 146954"/>
                <a:gd name="connsiteY8" fmla="*/ 0 h 148128"/>
                <a:gd name="connsiteX9" fmla="*/ 107491 w 146954"/>
                <a:gd name="connsiteY9" fmla="*/ 6384 h 148128"/>
                <a:gd name="connsiteX10" fmla="*/ 121742 w 146954"/>
                <a:gd name="connsiteY10" fmla="*/ 26051 h 148128"/>
                <a:gd name="connsiteX11" fmla="*/ 100914 w 146954"/>
                <a:gd name="connsiteY11" fmla="*/ 26115 h 148128"/>
                <a:gd name="connsiteX12" fmla="*/ 100334 w 146954"/>
                <a:gd name="connsiteY12" fmla="*/ 64 h 148128"/>
                <a:gd name="connsiteX13" fmla="*/ 84020 w 146954"/>
                <a:gd name="connsiteY13" fmla="*/ 64 h 148128"/>
                <a:gd name="connsiteX14" fmla="*/ 84665 w 146954"/>
                <a:gd name="connsiteY14" fmla="*/ 25986 h 148128"/>
                <a:gd name="connsiteX15" fmla="*/ 0 w 146954"/>
                <a:gd name="connsiteY15" fmla="*/ 25986 h 148128"/>
                <a:gd name="connsiteX16" fmla="*/ 0 w 146954"/>
                <a:gd name="connsiteY16" fmla="*/ 41720 h 148128"/>
                <a:gd name="connsiteX17" fmla="*/ 85825 w 146954"/>
                <a:gd name="connsiteY17" fmla="*/ 41720 h 148128"/>
                <a:gd name="connsiteX18" fmla="*/ 92596 w 146954"/>
                <a:gd name="connsiteY18" fmla="*/ 94788 h 148128"/>
                <a:gd name="connsiteX19" fmla="*/ 112650 w 146954"/>
                <a:gd name="connsiteY19" fmla="*/ 142892 h 148128"/>
                <a:gd name="connsiteX20" fmla="*/ 136057 w 146954"/>
                <a:gd name="connsiteY20" fmla="*/ 141215 h 148128"/>
                <a:gd name="connsiteX21" fmla="*/ 146954 w 146954"/>
                <a:gd name="connsiteY21" fmla="*/ 115100 h 148128"/>
                <a:gd name="connsiteX22" fmla="*/ 135025 w 146954"/>
                <a:gd name="connsiteY22" fmla="*/ 99173 h 148128"/>
                <a:gd name="connsiteX23" fmla="*/ 128319 w 146954"/>
                <a:gd name="connsiteY23" fmla="*/ 121355 h 148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6954" h="148128">
                  <a:moveTo>
                    <a:pt x="128319" y="121355"/>
                  </a:moveTo>
                  <a:cubicBezTo>
                    <a:pt x="128319" y="121355"/>
                    <a:pt x="123805" y="135025"/>
                    <a:pt x="117228" y="120968"/>
                  </a:cubicBezTo>
                  <a:cubicBezTo>
                    <a:pt x="117228" y="120968"/>
                    <a:pt x="110200" y="107104"/>
                    <a:pt x="106718" y="86148"/>
                  </a:cubicBezTo>
                  <a:cubicBezTo>
                    <a:pt x="106718" y="86148"/>
                    <a:pt x="103042" y="60871"/>
                    <a:pt x="101817" y="41913"/>
                  </a:cubicBezTo>
                  <a:lnTo>
                    <a:pt x="141602" y="41720"/>
                  </a:lnTo>
                  <a:lnTo>
                    <a:pt x="141602" y="26115"/>
                  </a:lnTo>
                  <a:lnTo>
                    <a:pt x="125288" y="26115"/>
                  </a:lnTo>
                  <a:lnTo>
                    <a:pt x="136315" y="18893"/>
                  </a:lnTo>
                  <a:cubicBezTo>
                    <a:pt x="133736" y="14508"/>
                    <a:pt x="122903" y="1805"/>
                    <a:pt x="119743" y="0"/>
                  </a:cubicBezTo>
                  <a:lnTo>
                    <a:pt x="107491" y="6384"/>
                  </a:lnTo>
                  <a:cubicBezTo>
                    <a:pt x="107491" y="6384"/>
                    <a:pt x="121419" y="21924"/>
                    <a:pt x="121742" y="26051"/>
                  </a:cubicBezTo>
                  <a:lnTo>
                    <a:pt x="100914" y="26115"/>
                  </a:lnTo>
                  <a:cubicBezTo>
                    <a:pt x="100721" y="18958"/>
                    <a:pt x="99947" y="7157"/>
                    <a:pt x="100334" y="64"/>
                  </a:cubicBezTo>
                  <a:lnTo>
                    <a:pt x="84020" y="64"/>
                  </a:lnTo>
                  <a:cubicBezTo>
                    <a:pt x="84020" y="64"/>
                    <a:pt x="84149" y="13283"/>
                    <a:pt x="84665" y="25986"/>
                  </a:cubicBezTo>
                  <a:lnTo>
                    <a:pt x="0" y="25986"/>
                  </a:lnTo>
                  <a:lnTo>
                    <a:pt x="0" y="41720"/>
                  </a:lnTo>
                  <a:lnTo>
                    <a:pt x="85825" y="41720"/>
                  </a:lnTo>
                  <a:cubicBezTo>
                    <a:pt x="86986" y="58291"/>
                    <a:pt x="89630" y="86083"/>
                    <a:pt x="92596" y="94788"/>
                  </a:cubicBezTo>
                  <a:cubicBezTo>
                    <a:pt x="92596" y="94788"/>
                    <a:pt x="98013" y="128835"/>
                    <a:pt x="112650" y="142892"/>
                  </a:cubicBezTo>
                  <a:cubicBezTo>
                    <a:pt x="112650" y="142892"/>
                    <a:pt x="124321" y="155723"/>
                    <a:pt x="136057" y="141215"/>
                  </a:cubicBezTo>
                  <a:cubicBezTo>
                    <a:pt x="136057" y="141215"/>
                    <a:pt x="141860" y="133348"/>
                    <a:pt x="146954" y="115100"/>
                  </a:cubicBezTo>
                  <a:lnTo>
                    <a:pt x="135025" y="99173"/>
                  </a:lnTo>
                  <a:cubicBezTo>
                    <a:pt x="135154" y="99108"/>
                    <a:pt x="132317" y="111747"/>
                    <a:pt x="128319" y="121355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2716D2E-B9AC-41EE-BD79-0D580FDC8FFA}"/>
                </a:ext>
              </a:extLst>
            </p:cNvPr>
            <p:cNvSpPr/>
            <p:nvPr/>
          </p:nvSpPr>
          <p:spPr>
            <a:xfrm>
              <a:off x="4740555" y="5029693"/>
              <a:ext cx="81892" cy="79634"/>
            </a:xfrm>
            <a:custGeom>
              <a:avLst/>
              <a:gdLst>
                <a:gd name="connsiteX0" fmla="*/ 49974 w 81892"/>
                <a:gd name="connsiteY0" fmla="*/ 15411 h 79634"/>
                <a:gd name="connsiteX1" fmla="*/ 77185 w 81892"/>
                <a:gd name="connsiteY1" fmla="*/ 15411 h 79634"/>
                <a:gd name="connsiteX2" fmla="*/ 77185 w 81892"/>
                <a:gd name="connsiteY2" fmla="*/ 0 h 79634"/>
                <a:gd name="connsiteX3" fmla="*/ 5932 w 81892"/>
                <a:gd name="connsiteY3" fmla="*/ 0 h 79634"/>
                <a:gd name="connsiteX4" fmla="*/ 5932 w 81892"/>
                <a:gd name="connsiteY4" fmla="*/ 15411 h 79634"/>
                <a:gd name="connsiteX5" fmla="*/ 34433 w 81892"/>
                <a:gd name="connsiteY5" fmla="*/ 15411 h 79634"/>
                <a:gd name="connsiteX6" fmla="*/ 34433 w 81892"/>
                <a:gd name="connsiteY6" fmla="*/ 58549 h 79634"/>
                <a:gd name="connsiteX7" fmla="*/ 0 w 81892"/>
                <a:gd name="connsiteY7" fmla="*/ 62999 h 79634"/>
                <a:gd name="connsiteX8" fmla="*/ 1805 w 81892"/>
                <a:gd name="connsiteY8" fmla="*/ 79635 h 79634"/>
                <a:gd name="connsiteX9" fmla="*/ 81892 w 81892"/>
                <a:gd name="connsiteY9" fmla="*/ 63708 h 79634"/>
                <a:gd name="connsiteX10" fmla="*/ 81892 w 81892"/>
                <a:gd name="connsiteY10" fmla="*/ 47974 h 79634"/>
                <a:gd name="connsiteX11" fmla="*/ 49974 w 81892"/>
                <a:gd name="connsiteY11" fmla="*/ 55583 h 79634"/>
                <a:gd name="connsiteX12" fmla="*/ 49974 w 81892"/>
                <a:gd name="connsiteY12" fmla="*/ 15411 h 79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892" h="79634">
                  <a:moveTo>
                    <a:pt x="49974" y="15411"/>
                  </a:moveTo>
                  <a:lnTo>
                    <a:pt x="77185" y="15411"/>
                  </a:lnTo>
                  <a:lnTo>
                    <a:pt x="77185" y="0"/>
                  </a:lnTo>
                  <a:lnTo>
                    <a:pt x="5932" y="0"/>
                  </a:lnTo>
                  <a:lnTo>
                    <a:pt x="5932" y="15411"/>
                  </a:lnTo>
                  <a:lnTo>
                    <a:pt x="34433" y="15411"/>
                  </a:lnTo>
                  <a:lnTo>
                    <a:pt x="34433" y="58549"/>
                  </a:lnTo>
                  <a:cubicBezTo>
                    <a:pt x="19860" y="61129"/>
                    <a:pt x="9608" y="62096"/>
                    <a:pt x="0" y="62999"/>
                  </a:cubicBezTo>
                  <a:lnTo>
                    <a:pt x="1805" y="79635"/>
                  </a:lnTo>
                  <a:cubicBezTo>
                    <a:pt x="1805" y="79635"/>
                    <a:pt x="59388" y="70608"/>
                    <a:pt x="81892" y="63708"/>
                  </a:cubicBezTo>
                  <a:lnTo>
                    <a:pt x="81892" y="47974"/>
                  </a:lnTo>
                  <a:cubicBezTo>
                    <a:pt x="81892" y="47974"/>
                    <a:pt x="68673" y="51972"/>
                    <a:pt x="49974" y="55583"/>
                  </a:cubicBezTo>
                  <a:lnTo>
                    <a:pt x="49974" y="15411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38DA2FE-0B60-4890-80B0-27701DB8A7D1}"/>
                </a:ext>
              </a:extLst>
            </p:cNvPr>
            <p:cNvSpPr/>
            <p:nvPr/>
          </p:nvSpPr>
          <p:spPr>
            <a:xfrm>
              <a:off x="4895119" y="4966630"/>
              <a:ext cx="149598" cy="58162"/>
            </a:xfrm>
            <a:custGeom>
              <a:avLst/>
              <a:gdLst>
                <a:gd name="connsiteX0" fmla="*/ 38238 w 149598"/>
                <a:gd name="connsiteY0" fmla="*/ 43203 h 58162"/>
                <a:gd name="connsiteX1" fmla="*/ 75250 w 149598"/>
                <a:gd name="connsiteY1" fmla="*/ 14831 h 58162"/>
                <a:gd name="connsiteX2" fmla="*/ 112650 w 149598"/>
                <a:gd name="connsiteY2" fmla="*/ 43203 h 58162"/>
                <a:gd name="connsiteX3" fmla="*/ 38238 w 149598"/>
                <a:gd name="connsiteY3" fmla="*/ 43203 h 58162"/>
                <a:gd name="connsiteX4" fmla="*/ 82279 w 149598"/>
                <a:gd name="connsiteY4" fmla="*/ 0 h 58162"/>
                <a:gd name="connsiteX5" fmla="*/ 66803 w 149598"/>
                <a:gd name="connsiteY5" fmla="*/ 0 h 58162"/>
                <a:gd name="connsiteX6" fmla="*/ 0 w 149598"/>
                <a:gd name="connsiteY6" fmla="*/ 42816 h 58162"/>
                <a:gd name="connsiteX7" fmla="*/ 7544 w 149598"/>
                <a:gd name="connsiteY7" fmla="*/ 58163 h 58162"/>
                <a:gd name="connsiteX8" fmla="*/ 31725 w 149598"/>
                <a:gd name="connsiteY8" fmla="*/ 47136 h 58162"/>
                <a:gd name="connsiteX9" fmla="*/ 31725 w 149598"/>
                <a:gd name="connsiteY9" fmla="*/ 57002 h 58162"/>
                <a:gd name="connsiteX10" fmla="*/ 117744 w 149598"/>
                <a:gd name="connsiteY10" fmla="*/ 57002 h 58162"/>
                <a:gd name="connsiteX11" fmla="*/ 117744 w 149598"/>
                <a:gd name="connsiteY11" fmla="*/ 45524 h 58162"/>
                <a:gd name="connsiteX12" fmla="*/ 142763 w 149598"/>
                <a:gd name="connsiteY12" fmla="*/ 55132 h 58162"/>
                <a:gd name="connsiteX13" fmla="*/ 149598 w 149598"/>
                <a:gd name="connsiteY13" fmla="*/ 40946 h 58162"/>
                <a:gd name="connsiteX14" fmla="*/ 82279 w 149598"/>
                <a:gd name="connsiteY14" fmla="*/ 0 h 58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9598" h="58162">
                  <a:moveTo>
                    <a:pt x="38238" y="43203"/>
                  </a:moveTo>
                  <a:cubicBezTo>
                    <a:pt x="56164" y="33659"/>
                    <a:pt x="75250" y="14831"/>
                    <a:pt x="75250" y="14831"/>
                  </a:cubicBezTo>
                  <a:cubicBezTo>
                    <a:pt x="87760" y="29275"/>
                    <a:pt x="112650" y="43203"/>
                    <a:pt x="112650" y="43203"/>
                  </a:cubicBezTo>
                  <a:lnTo>
                    <a:pt x="38238" y="43203"/>
                  </a:lnTo>
                  <a:close/>
                  <a:moveTo>
                    <a:pt x="82279" y="0"/>
                  </a:moveTo>
                  <a:lnTo>
                    <a:pt x="66803" y="0"/>
                  </a:lnTo>
                  <a:cubicBezTo>
                    <a:pt x="66803" y="0"/>
                    <a:pt x="47265" y="28372"/>
                    <a:pt x="0" y="42816"/>
                  </a:cubicBezTo>
                  <a:cubicBezTo>
                    <a:pt x="0" y="42816"/>
                    <a:pt x="6126" y="57195"/>
                    <a:pt x="7544" y="58163"/>
                  </a:cubicBezTo>
                  <a:cubicBezTo>
                    <a:pt x="7544" y="58163"/>
                    <a:pt x="23471" y="51585"/>
                    <a:pt x="31725" y="47136"/>
                  </a:cubicBezTo>
                  <a:lnTo>
                    <a:pt x="31725" y="57002"/>
                  </a:lnTo>
                  <a:lnTo>
                    <a:pt x="117744" y="57002"/>
                  </a:lnTo>
                  <a:lnTo>
                    <a:pt x="117744" y="45524"/>
                  </a:lnTo>
                  <a:cubicBezTo>
                    <a:pt x="117744" y="45524"/>
                    <a:pt x="125611" y="49586"/>
                    <a:pt x="142763" y="55132"/>
                  </a:cubicBezTo>
                  <a:lnTo>
                    <a:pt x="149598" y="40946"/>
                  </a:lnTo>
                  <a:cubicBezTo>
                    <a:pt x="149534" y="41010"/>
                    <a:pt x="108846" y="31145"/>
                    <a:pt x="82279" y="0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7830475-515F-4930-8158-7DFB9FB387BD}"/>
                </a:ext>
              </a:extLst>
            </p:cNvPr>
            <p:cNvSpPr/>
            <p:nvPr/>
          </p:nvSpPr>
          <p:spPr>
            <a:xfrm>
              <a:off x="4901696" y="5039559"/>
              <a:ext cx="137217" cy="72541"/>
            </a:xfrm>
            <a:custGeom>
              <a:avLst/>
              <a:gdLst>
                <a:gd name="connsiteX0" fmla="*/ 95240 w 137217"/>
                <a:gd name="connsiteY0" fmla="*/ 20634 h 72541"/>
                <a:gd name="connsiteX1" fmla="*/ 83246 w 137217"/>
                <a:gd name="connsiteY1" fmla="*/ 29081 h 72541"/>
                <a:gd name="connsiteX2" fmla="*/ 101366 w 137217"/>
                <a:gd name="connsiteY2" fmla="*/ 46943 h 72541"/>
                <a:gd name="connsiteX3" fmla="*/ 43267 w 137217"/>
                <a:gd name="connsiteY3" fmla="*/ 52101 h 72541"/>
                <a:gd name="connsiteX4" fmla="*/ 62870 w 137217"/>
                <a:gd name="connsiteY4" fmla="*/ 14702 h 72541"/>
                <a:gd name="connsiteX5" fmla="*/ 136508 w 137217"/>
                <a:gd name="connsiteY5" fmla="*/ 14702 h 72541"/>
                <a:gd name="connsiteX6" fmla="*/ 136508 w 137217"/>
                <a:gd name="connsiteY6" fmla="*/ 0 h 72541"/>
                <a:gd name="connsiteX7" fmla="*/ 0 w 137217"/>
                <a:gd name="connsiteY7" fmla="*/ 0 h 72541"/>
                <a:gd name="connsiteX8" fmla="*/ 0 w 137217"/>
                <a:gd name="connsiteY8" fmla="*/ 14702 h 72541"/>
                <a:gd name="connsiteX9" fmla="*/ 44879 w 137217"/>
                <a:gd name="connsiteY9" fmla="*/ 14702 h 72541"/>
                <a:gd name="connsiteX10" fmla="*/ 24825 w 137217"/>
                <a:gd name="connsiteY10" fmla="*/ 52617 h 72541"/>
                <a:gd name="connsiteX11" fmla="*/ 3546 w 137217"/>
                <a:gd name="connsiteY11" fmla="*/ 53520 h 72541"/>
                <a:gd name="connsiteX12" fmla="*/ 6448 w 137217"/>
                <a:gd name="connsiteY12" fmla="*/ 69189 h 72541"/>
                <a:gd name="connsiteX13" fmla="*/ 112779 w 137217"/>
                <a:gd name="connsiteY13" fmla="*/ 59259 h 72541"/>
                <a:gd name="connsiteX14" fmla="*/ 124773 w 137217"/>
                <a:gd name="connsiteY14" fmla="*/ 72542 h 72541"/>
                <a:gd name="connsiteX15" fmla="*/ 137218 w 137217"/>
                <a:gd name="connsiteY15" fmla="*/ 62612 h 72541"/>
                <a:gd name="connsiteX16" fmla="*/ 95240 w 137217"/>
                <a:gd name="connsiteY16" fmla="*/ 20634 h 7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7217" h="72541">
                  <a:moveTo>
                    <a:pt x="95240" y="20634"/>
                  </a:moveTo>
                  <a:lnTo>
                    <a:pt x="83246" y="29081"/>
                  </a:lnTo>
                  <a:cubicBezTo>
                    <a:pt x="83246" y="29081"/>
                    <a:pt x="94144" y="38496"/>
                    <a:pt x="101366" y="46943"/>
                  </a:cubicBezTo>
                  <a:cubicBezTo>
                    <a:pt x="101366" y="46943"/>
                    <a:pt x="75573" y="50876"/>
                    <a:pt x="43267" y="52101"/>
                  </a:cubicBezTo>
                  <a:cubicBezTo>
                    <a:pt x="43267" y="52101"/>
                    <a:pt x="53971" y="33724"/>
                    <a:pt x="62870" y="14702"/>
                  </a:cubicBezTo>
                  <a:lnTo>
                    <a:pt x="136508" y="14702"/>
                  </a:lnTo>
                  <a:lnTo>
                    <a:pt x="136508" y="0"/>
                  </a:lnTo>
                  <a:lnTo>
                    <a:pt x="0" y="0"/>
                  </a:lnTo>
                  <a:lnTo>
                    <a:pt x="0" y="14702"/>
                  </a:lnTo>
                  <a:lnTo>
                    <a:pt x="44879" y="14702"/>
                  </a:lnTo>
                  <a:cubicBezTo>
                    <a:pt x="44879" y="14702"/>
                    <a:pt x="33788" y="40817"/>
                    <a:pt x="24825" y="52617"/>
                  </a:cubicBezTo>
                  <a:cubicBezTo>
                    <a:pt x="24825" y="52617"/>
                    <a:pt x="5158" y="53907"/>
                    <a:pt x="3546" y="53520"/>
                  </a:cubicBezTo>
                  <a:lnTo>
                    <a:pt x="6448" y="69189"/>
                  </a:lnTo>
                  <a:cubicBezTo>
                    <a:pt x="6448" y="69189"/>
                    <a:pt x="88534" y="65191"/>
                    <a:pt x="112779" y="59259"/>
                  </a:cubicBezTo>
                  <a:cubicBezTo>
                    <a:pt x="112779" y="59259"/>
                    <a:pt x="122129" y="69447"/>
                    <a:pt x="124773" y="72542"/>
                  </a:cubicBezTo>
                  <a:lnTo>
                    <a:pt x="137218" y="62612"/>
                  </a:lnTo>
                  <a:cubicBezTo>
                    <a:pt x="137218" y="62612"/>
                    <a:pt x="110393" y="31467"/>
                    <a:pt x="95240" y="20634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EFEB2F6-0D8F-4FFC-A6B3-E5E62EC8F26C}"/>
                </a:ext>
              </a:extLst>
            </p:cNvPr>
            <p:cNvSpPr/>
            <p:nvPr/>
          </p:nvSpPr>
          <p:spPr>
            <a:xfrm>
              <a:off x="5049811" y="4966501"/>
              <a:ext cx="74476" cy="149146"/>
            </a:xfrm>
            <a:custGeom>
              <a:avLst/>
              <a:gdLst>
                <a:gd name="connsiteX0" fmla="*/ 74477 w 74476"/>
                <a:gd name="connsiteY0" fmla="*/ 91242 h 149146"/>
                <a:gd name="connsiteX1" fmla="*/ 48684 w 74476"/>
                <a:gd name="connsiteY1" fmla="*/ 67899 h 149146"/>
                <a:gd name="connsiteX2" fmla="*/ 65062 w 74476"/>
                <a:gd name="connsiteY2" fmla="*/ 39140 h 149146"/>
                <a:gd name="connsiteX3" fmla="*/ 65062 w 74476"/>
                <a:gd name="connsiteY3" fmla="*/ 25341 h 149146"/>
                <a:gd name="connsiteX4" fmla="*/ 42945 w 74476"/>
                <a:gd name="connsiteY4" fmla="*/ 25341 h 149146"/>
                <a:gd name="connsiteX5" fmla="*/ 42945 w 74476"/>
                <a:gd name="connsiteY5" fmla="*/ 0 h 149146"/>
                <a:gd name="connsiteX6" fmla="*/ 27598 w 74476"/>
                <a:gd name="connsiteY6" fmla="*/ 0 h 149146"/>
                <a:gd name="connsiteX7" fmla="*/ 27598 w 74476"/>
                <a:gd name="connsiteY7" fmla="*/ 25148 h 149146"/>
                <a:gd name="connsiteX8" fmla="*/ 3675 w 74476"/>
                <a:gd name="connsiteY8" fmla="*/ 25148 h 149146"/>
                <a:gd name="connsiteX9" fmla="*/ 3675 w 74476"/>
                <a:gd name="connsiteY9" fmla="*/ 40301 h 149146"/>
                <a:gd name="connsiteX10" fmla="*/ 48877 w 74476"/>
                <a:gd name="connsiteY10" fmla="*/ 40301 h 149146"/>
                <a:gd name="connsiteX11" fmla="*/ 0 w 74476"/>
                <a:gd name="connsiteY11" fmla="*/ 95240 h 149146"/>
                <a:gd name="connsiteX12" fmla="*/ 6513 w 74476"/>
                <a:gd name="connsiteY12" fmla="*/ 110715 h 149146"/>
                <a:gd name="connsiteX13" fmla="*/ 29081 w 74476"/>
                <a:gd name="connsiteY13" fmla="*/ 90661 h 149146"/>
                <a:gd name="connsiteX14" fmla="*/ 29081 w 74476"/>
                <a:gd name="connsiteY14" fmla="*/ 149146 h 149146"/>
                <a:gd name="connsiteX15" fmla="*/ 43461 w 74476"/>
                <a:gd name="connsiteY15" fmla="*/ 149146 h 149146"/>
                <a:gd name="connsiteX16" fmla="*/ 43461 w 74476"/>
                <a:gd name="connsiteY16" fmla="*/ 83117 h 149146"/>
                <a:gd name="connsiteX17" fmla="*/ 65643 w 74476"/>
                <a:gd name="connsiteY17" fmla="*/ 103429 h 149146"/>
                <a:gd name="connsiteX18" fmla="*/ 74477 w 74476"/>
                <a:gd name="connsiteY18" fmla="*/ 91242 h 149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4476" h="149146">
                  <a:moveTo>
                    <a:pt x="74477" y="91242"/>
                  </a:moveTo>
                  <a:cubicBezTo>
                    <a:pt x="74477" y="91242"/>
                    <a:pt x="51328" y="73767"/>
                    <a:pt x="48684" y="67899"/>
                  </a:cubicBezTo>
                  <a:cubicBezTo>
                    <a:pt x="48684" y="67899"/>
                    <a:pt x="63515" y="46104"/>
                    <a:pt x="65062" y="39140"/>
                  </a:cubicBezTo>
                  <a:lnTo>
                    <a:pt x="65062" y="25341"/>
                  </a:lnTo>
                  <a:lnTo>
                    <a:pt x="42945" y="25341"/>
                  </a:lnTo>
                  <a:lnTo>
                    <a:pt x="42945" y="0"/>
                  </a:lnTo>
                  <a:lnTo>
                    <a:pt x="27598" y="0"/>
                  </a:lnTo>
                  <a:lnTo>
                    <a:pt x="27598" y="25148"/>
                  </a:lnTo>
                  <a:lnTo>
                    <a:pt x="3675" y="25148"/>
                  </a:lnTo>
                  <a:lnTo>
                    <a:pt x="3675" y="40301"/>
                  </a:lnTo>
                  <a:lnTo>
                    <a:pt x="48877" y="40301"/>
                  </a:lnTo>
                  <a:cubicBezTo>
                    <a:pt x="48877" y="40301"/>
                    <a:pt x="36432" y="69318"/>
                    <a:pt x="0" y="95240"/>
                  </a:cubicBezTo>
                  <a:lnTo>
                    <a:pt x="6513" y="110715"/>
                  </a:lnTo>
                  <a:cubicBezTo>
                    <a:pt x="6513" y="110715"/>
                    <a:pt x="23987" y="96465"/>
                    <a:pt x="29081" y="90661"/>
                  </a:cubicBezTo>
                  <a:lnTo>
                    <a:pt x="29081" y="149146"/>
                  </a:lnTo>
                  <a:lnTo>
                    <a:pt x="43461" y="149146"/>
                  </a:lnTo>
                  <a:lnTo>
                    <a:pt x="43461" y="83117"/>
                  </a:lnTo>
                  <a:cubicBezTo>
                    <a:pt x="43461" y="83117"/>
                    <a:pt x="57002" y="97883"/>
                    <a:pt x="65643" y="103429"/>
                  </a:cubicBezTo>
                  <a:lnTo>
                    <a:pt x="74477" y="9124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19063E0-8E1E-4C40-8D30-3A61CFC6F639}"/>
                </a:ext>
              </a:extLst>
            </p:cNvPr>
            <p:cNvSpPr/>
            <p:nvPr/>
          </p:nvSpPr>
          <p:spPr>
            <a:xfrm>
              <a:off x="5110682" y="4968371"/>
              <a:ext cx="88340" cy="140634"/>
            </a:xfrm>
            <a:custGeom>
              <a:avLst/>
              <a:gdLst>
                <a:gd name="connsiteX0" fmla="*/ 53262 w 88340"/>
                <a:gd name="connsiteY0" fmla="*/ 125933 h 140634"/>
                <a:gd name="connsiteX1" fmla="*/ 53262 w 88340"/>
                <a:gd name="connsiteY1" fmla="*/ 52359 h 140634"/>
                <a:gd name="connsiteX2" fmla="*/ 83827 w 88340"/>
                <a:gd name="connsiteY2" fmla="*/ 52359 h 140634"/>
                <a:gd name="connsiteX3" fmla="*/ 83827 w 88340"/>
                <a:gd name="connsiteY3" fmla="*/ 37528 h 140634"/>
                <a:gd name="connsiteX4" fmla="*/ 53262 w 88340"/>
                <a:gd name="connsiteY4" fmla="*/ 37528 h 140634"/>
                <a:gd name="connsiteX5" fmla="*/ 53262 w 88340"/>
                <a:gd name="connsiteY5" fmla="*/ 0 h 140634"/>
                <a:gd name="connsiteX6" fmla="*/ 37915 w 88340"/>
                <a:gd name="connsiteY6" fmla="*/ 0 h 140634"/>
                <a:gd name="connsiteX7" fmla="*/ 37915 w 88340"/>
                <a:gd name="connsiteY7" fmla="*/ 37528 h 140634"/>
                <a:gd name="connsiteX8" fmla="*/ 9157 w 88340"/>
                <a:gd name="connsiteY8" fmla="*/ 37528 h 140634"/>
                <a:gd name="connsiteX9" fmla="*/ 9157 w 88340"/>
                <a:gd name="connsiteY9" fmla="*/ 52359 h 140634"/>
                <a:gd name="connsiteX10" fmla="*/ 37915 w 88340"/>
                <a:gd name="connsiteY10" fmla="*/ 52359 h 140634"/>
                <a:gd name="connsiteX11" fmla="*/ 37915 w 88340"/>
                <a:gd name="connsiteY11" fmla="*/ 125933 h 140634"/>
                <a:gd name="connsiteX12" fmla="*/ 0 w 88340"/>
                <a:gd name="connsiteY12" fmla="*/ 125933 h 140634"/>
                <a:gd name="connsiteX13" fmla="*/ 0 w 88340"/>
                <a:gd name="connsiteY13" fmla="*/ 140635 h 140634"/>
                <a:gd name="connsiteX14" fmla="*/ 88340 w 88340"/>
                <a:gd name="connsiteY14" fmla="*/ 140635 h 140634"/>
                <a:gd name="connsiteX15" fmla="*/ 88340 w 88340"/>
                <a:gd name="connsiteY15" fmla="*/ 125933 h 140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8340" h="140634">
                  <a:moveTo>
                    <a:pt x="53262" y="125933"/>
                  </a:moveTo>
                  <a:lnTo>
                    <a:pt x="53262" y="52359"/>
                  </a:lnTo>
                  <a:lnTo>
                    <a:pt x="83827" y="52359"/>
                  </a:lnTo>
                  <a:lnTo>
                    <a:pt x="83827" y="37528"/>
                  </a:lnTo>
                  <a:lnTo>
                    <a:pt x="53262" y="37528"/>
                  </a:lnTo>
                  <a:lnTo>
                    <a:pt x="53262" y="0"/>
                  </a:lnTo>
                  <a:lnTo>
                    <a:pt x="37915" y="0"/>
                  </a:lnTo>
                  <a:lnTo>
                    <a:pt x="37915" y="37528"/>
                  </a:lnTo>
                  <a:lnTo>
                    <a:pt x="9157" y="37528"/>
                  </a:lnTo>
                  <a:lnTo>
                    <a:pt x="9157" y="52359"/>
                  </a:lnTo>
                  <a:lnTo>
                    <a:pt x="37915" y="52359"/>
                  </a:lnTo>
                  <a:lnTo>
                    <a:pt x="37915" y="125933"/>
                  </a:lnTo>
                  <a:lnTo>
                    <a:pt x="0" y="125933"/>
                  </a:lnTo>
                  <a:lnTo>
                    <a:pt x="0" y="140635"/>
                  </a:lnTo>
                  <a:lnTo>
                    <a:pt x="88340" y="140635"/>
                  </a:lnTo>
                  <a:lnTo>
                    <a:pt x="88340" y="125933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57B20A4-A677-44AA-B337-543E03445E3F}"/>
                </a:ext>
              </a:extLst>
            </p:cNvPr>
            <p:cNvSpPr/>
            <p:nvPr/>
          </p:nvSpPr>
          <p:spPr>
            <a:xfrm>
              <a:off x="4104828" y="4995647"/>
              <a:ext cx="147083" cy="73380"/>
            </a:xfrm>
            <a:custGeom>
              <a:avLst/>
              <a:gdLst>
                <a:gd name="connsiteX0" fmla="*/ 0 w 147083"/>
                <a:gd name="connsiteY0" fmla="*/ 60032 h 73380"/>
                <a:gd name="connsiteX1" fmla="*/ 6900 w 147083"/>
                <a:gd name="connsiteY1" fmla="*/ 73380 h 73380"/>
                <a:gd name="connsiteX2" fmla="*/ 64095 w 147083"/>
                <a:gd name="connsiteY2" fmla="*/ 40366 h 73380"/>
                <a:gd name="connsiteX3" fmla="*/ 85310 w 147083"/>
                <a:gd name="connsiteY3" fmla="*/ 40366 h 73380"/>
                <a:gd name="connsiteX4" fmla="*/ 85374 w 147083"/>
                <a:gd name="connsiteY4" fmla="*/ 53713 h 73380"/>
                <a:gd name="connsiteX5" fmla="*/ 96594 w 147083"/>
                <a:gd name="connsiteY5" fmla="*/ 62805 h 73380"/>
                <a:gd name="connsiteX6" fmla="*/ 130834 w 147083"/>
                <a:gd name="connsiteY6" fmla="*/ 62805 h 73380"/>
                <a:gd name="connsiteX7" fmla="*/ 145149 w 147083"/>
                <a:gd name="connsiteY7" fmla="*/ 51779 h 73380"/>
                <a:gd name="connsiteX8" fmla="*/ 145729 w 147083"/>
                <a:gd name="connsiteY8" fmla="*/ 47716 h 73380"/>
                <a:gd name="connsiteX9" fmla="*/ 130318 w 147083"/>
                <a:gd name="connsiteY9" fmla="*/ 43074 h 73380"/>
                <a:gd name="connsiteX10" fmla="*/ 129544 w 147083"/>
                <a:gd name="connsiteY10" fmla="*/ 48232 h 73380"/>
                <a:gd name="connsiteX11" fmla="*/ 124321 w 147083"/>
                <a:gd name="connsiteY11" fmla="*/ 51650 h 73380"/>
                <a:gd name="connsiteX12" fmla="*/ 104783 w 147083"/>
                <a:gd name="connsiteY12" fmla="*/ 51650 h 73380"/>
                <a:gd name="connsiteX13" fmla="*/ 99883 w 147083"/>
                <a:gd name="connsiteY13" fmla="*/ 47974 h 73380"/>
                <a:gd name="connsiteX14" fmla="*/ 99883 w 147083"/>
                <a:gd name="connsiteY14" fmla="*/ 40301 h 73380"/>
                <a:gd name="connsiteX15" fmla="*/ 147083 w 147083"/>
                <a:gd name="connsiteY15" fmla="*/ 40301 h 73380"/>
                <a:gd name="connsiteX16" fmla="*/ 147083 w 147083"/>
                <a:gd name="connsiteY16" fmla="*/ 28565 h 73380"/>
                <a:gd name="connsiteX17" fmla="*/ 81699 w 147083"/>
                <a:gd name="connsiteY17" fmla="*/ 28565 h 73380"/>
                <a:gd name="connsiteX18" fmla="*/ 81699 w 147083"/>
                <a:gd name="connsiteY18" fmla="*/ 20183 h 73380"/>
                <a:gd name="connsiteX19" fmla="*/ 136121 w 147083"/>
                <a:gd name="connsiteY19" fmla="*/ 20183 h 73380"/>
                <a:gd name="connsiteX20" fmla="*/ 136121 w 147083"/>
                <a:gd name="connsiteY20" fmla="*/ 8641 h 73380"/>
                <a:gd name="connsiteX21" fmla="*/ 81699 w 147083"/>
                <a:gd name="connsiteY21" fmla="*/ 8641 h 73380"/>
                <a:gd name="connsiteX22" fmla="*/ 81699 w 147083"/>
                <a:gd name="connsiteY22" fmla="*/ 0 h 73380"/>
                <a:gd name="connsiteX23" fmla="*/ 66868 w 147083"/>
                <a:gd name="connsiteY23" fmla="*/ 0 h 73380"/>
                <a:gd name="connsiteX24" fmla="*/ 66868 w 147083"/>
                <a:gd name="connsiteY24" fmla="*/ 8318 h 73380"/>
                <a:gd name="connsiteX25" fmla="*/ 13477 w 147083"/>
                <a:gd name="connsiteY25" fmla="*/ 8318 h 73380"/>
                <a:gd name="connsiteX26" fmla="*/ 13477 w 147083"/>
                <a:gd name="connsiteY26" fmla="*/ 20247 h 73380"/>
                <a:gd name="connsiteX27" fmla="*/ 66868 w 147083"/>
                <a:gd name="connsiteY27" fmla="*/ 20247 h 73380"/>
                <a:gd name="connsiteX28" fmla="*/ 66868 w 147083"/>
                <a:gd name="connsiteY28" fmla="*/ 28630 h 73380"/>
                <a:gd name="connsiteX29" fmla="*/ 1612 w 147083"/>
                <a:gd name="connsiteY29" fmla="*/ 28630 h 73380"/>
                <a:gd name="connsiteX30" fmla="*/ 1612 w 147083"/>
                <a:gd name="connsiteY30" fmla="*/ 40366 h 73380"/>
                <a:gd name="connsiteX31" fmla="*/ 45202 w 147083"/>
                <a:gd name="connsiteY31" fmla="*/ 40366 h 73380"/>
                <a:gd name="connsiteX32" fmla="*/ 0 w 147083"/>
                <a:gd name="connsiteY32" fmla="*/ 60032 h 7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7083" h="73380">
                  <a:moveTo>
                    <a:pt x="0" y="60032"/>
                  </a:moveTo>
                  <a:lnTo>
                    <a:pt x="6900" y="73380"/>
                  </a:lnTo>
                  <a:cubicBezTo>
                    <a:pt x="6900" y="73380"/>
                    <a:pt x="41204" y="70414"/>
                    <a:pt x="64095" y="40366"/>
                  </a:cubicBezTo>
                  <a:lnTo>
                    <a:pt x="85310" y="40366"/>
                  </a:lnTo>
                  <a:lnTo>
                    <a:pt x="85374" y="53713"/>
                  </a:lnTo>
                  <a:cubicBezTo>
                    <a:pt x="85374" y="60806"/>
                    <a:pt x="89050" y="62805"/>
                    <a:pt x="96594" y="62805"/>
                  </a:cubicBezTo>
                  <a:lnTo>
                    <a:pt x="130834" y="62805"/>
                  </a:lnTo>
                  <a:cubicBezTo>
                    <a:pt x="139410" y="62805"/>
                    <a:pt x="145149" y="57324"/>
                    <a:pt x="145149" y="51779"/>
                  </a:cubicBezTo>
                  <a:lnTo>
                    <a:pt x="145729" y="47716"/>
                  </a:lnTo>
                  <a:lnTo>
                    <a:pt x="130318" y="43074"/>
                  </a:lnTo>
                  <a:lnTo>
                    <a:pt x="129544" y="48232"/>
                  </a:lnTo>
                  <a:cubicBezTo>
                    <a:pt x="129093" y="51263"/>
                    <a:pt x="125740" y="51650"/>
                    <a:pt x="124321" y="51650"/>
                  </a:cubicBezTo>
                  <a:lnTo>
                    <a:pt x="104783" y="51650"/>
                  </a:lnTo>
                  <a:cubicBezTo>
                    <a:pt x="100592" y="51650"/>
                    <a:pt x="99883" y="50167"/>
                    <a:pt x="99883" y="47974"/>
                  </a:cubicBezTo>
                  <a:lnTo>
                    <a:pt x="99883" y="40301"/>
                  </a:lnTo>
                  <a:lnTo>
                    <a:pt x="147083" y="40301"/>
                  </a:lnTo>
                  <a:lnTo>
                    <a:pt x="147083" y="28565"/>
                  </a:lnTo>
                  <a:lnTo>
                    <a:pt x="81699" y="28565"/>
                  </a:lnTo>
                  <a:lnTo>
                    <a:pt x="81699" y="20183"/>
                  </a:lnTo>
                  <a:lnTo>
                    <a:pt x="136121" y="20183"/>
                  </a:lnTo>
                  <a:lnTo>
                    <a:pt x="136121" y="8641"/>
                  </a:lnTo>
                  <a:lnTo>
                    <a:pt x="81699" y="8641"/>
                  </a:lnTo>
                  <a:lnTo>
                    <a:pt x="81699" y="0"/>
                  </a:lnTo>
                  <a:lnTo>
                    <a:pt x="66868" y="0"/>
                  </a:lnTo>
                  <a:lnTo>
                    <a:pt x="66868" y="8318"/>
                  </a:lnTo>
                  <a:lnTo>
                    <a:pt x="13477" y="8318"/>
                  </a:lnTo>
                  <a:lnTo>
                    <a:pt x="13477" y="20247"/>
                  </a:lnTo>
                  <a:lnTo>
                    <a:pt x="66868" y="20247"/>
                  </a:lnTo>
                  <a:lnTo>
                    <a:pt x="66868" y="28630"/>
                  </a:lnTo>
                  <a:lnTo>
                    <a:pt x="1612" y="28630"/>
                  </a:lnTo>
                  <a:lnTo>
                    <a:pt x="1612" y="40366"/>
                  </a:lnTo>
                  <a:lnTo>
                    <a:pt x="45202" y="40366"/>
                  </a:lnTo>
                  <a:cubicBezTo>
                    <a:pt x="45202" y="40301"/>
                    <a:pt x="39334" y="53455"/>
                    <a:pt x="0" y="60032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315F4E1-465B-4F05-92DC-6E9F9BE7ED14}"/>
                </a:ext>
              </a:extLst>
            </p:cNvPr>
            <p:cNvSpPr/>
            <p:nvPr/>
          </p:nvSpPr>
          <p:spPr>
            <a:xfrm>
              <a:off x="4107214" y="4967791"/>
              <a:ext cx="145729" cy="31918"/>
            </a:xfrm>
            <a:custGeom>
              <a:avLst/>
              <a:gdLst>
                <a:gd name="connsiteX0" fmla="*/ 35401 w 145729"/>
                <a:gd name="connsiteY0" fmla="*/ 31918 h 31918"/>
                <a:gd name="connsiteX1" fmla="*/ 50425 w 145729"/>
                <a:gd name="connsiteY1" fmla="*/ 31918 h 31918"/>
                <a:gd name="connsiteX2" fmla="*/ 50425 w 145729"/>
                <a:gd name="connsiteY2" fmla="*/ 22375 h 31918"/>
                <a:gd name="connsiteX3" fmla="*/ 94724 w 145729"/>
                <a:gd name="connsiteY3" fmla="*/ 22375 h 31918"/>
                <a:gd name="connsiteX4" fmla="*/ 94724 w 145729"/>
                <a:gd name="connsiteY4" fmla="*/ 31918 h 31918"/>
                <a:gd name="connsiteX5" fmla="*/ 109555 w 145729"/>
                <a:gd name="connsiteY5" fmla="*/ 31918 h 31918"/>
                <a:gd name="connsiteX6" fmla="*/ 109555 w 145729"/>
                <a:gd name="connsiteY6" fmla="*/ 22375 h 31918"/>
                <a:gd name="connsiteX7" fmla="*/ 145729 w 145729"/>
                <a:gd name="connsiteY7" fmla="*/ 22375 h 31918"/>
                <a:gd name="connsiteX8" fmla="*/ 145729 w 145729"/>
                <a:gd name="connsiteY8" fmla="*/ 9995 h 31918"/>
                <a:gd name="connsiteX9" fmla="*/ 109555 w 145729"/>
                <a:gd name="connsiteY9" fmla="*/ 9866 h 31918"/>
                <a:gd name="connsiteX10" fmla="*/ 109555 w 145729"/>
                <a:gd name="connsiteY10" fmla="*/ 0 h 31918"/>
                <a:gd name="connsiteX11" fmla="*/ 94724 w 145729"/>
                <a:gd name="connsiteY11" fmla="*/ 0 h 31918"/>
                <a:gd name="connsiteX12" fmla="*/ 94724 w 145729"/>
                <a:gd name="connsiteY12" fmla="*/ 9801 h 31918"/>
                <a:gd name="connsiteX13" fmla="*/ 50425 w 145729"/>
                <a:gd name="connsiteY13" fmla="*/ 9801 h 31918"/>
                <a:gd name="connsiteX14" fmla="*/ 50425 w 145729"/>
                <a:gd name="connsiteY14" fmla="*/ 0 h 31918"/>
                <a:gd name="connsiteX15" fmla="*/ 35207 w 145729"/>
                <a:gd name="connsiteY15" fmla="*/ 0 h 31918"/>
                <a:gd name="connsiteX16" fmla="*/ 35207 w 145729"/>
                <a:gd name="connsiteY16" fmla="*/ 9995 h 31918"/>
                <a:gd name="connsiteX17" fmla="*/ 0 w 145729"/>
                <a:gd name="connsiteY17" fmla="*/ 9995 h 31918"/>
                <a:gd name="connsiteX18" fmla="*/ 0 w 145729"/>
                <a:gd name="connsiteY18" fmla="*/ 22375 h 31918"/>
                <a:gd name="connsiteX19" fmla="*/ 35401 w 145729"/>
                <a:gd name="connsiteY19" fmla="*/ 22375 h 3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729" h="31918">
                  <a:moveTo>
                    <a:pt x="35401" y="31918"/>
                  </a:moveTo>
                  <a:lnTo>
                    <a:pt x="50425" y="31918"/>
                  </a:lnTo>
                  <a:lnTo>
                    <a:pt x="50425" y="22375"/>
                  </a:lnTo>
                  <a:lnTo>
                    <a:pt x="94724" y="22375"/>
                  </a:lnTo>
                  <a:lnTo>
                    <a:pt x="94724" y="31918"/>
                  </a:lnTo>
                  <a:lnTo>
                    <a:pt x="109555" y="31918"/>
                  </a:lnTo>
                  <a:lnTo>
                    <a:pt x="109555" y="22375"/>
                  </a:lnTo>
                  <a:lnTo>
                    <a:pt x="145729" y="22375"/>
                  </a:lnTo>
                  <a:lnTo>
                    <a:pt x="145729" y="9995"/>
                  </a:lnTo>
                  <a:lnTo>
                    <a:pt x="109555" y="9866"/>
                  </a:lnTo>
                  <a:lnTo>
                    <a:pt x="109555" y="0"/>
                  </a:lnTo>
                  <a:lnTo>
                    <a:pt x="94724" y="0"/>
                  </a:lnTo>
                  <a:lnTo>
                    <a:pt x="94724" y="9801"/>
                  </a:lnTo>
                  <a:lnTo>
                    <a:pt x="50425" y="9801"/>
                  </a:lnTo>
                  <a:lnTo>
                    <a:pt x="50425" y="0"/>
                  </a:lnTo>
                  <a:lnTo>
                    <a:pt x="35207" y="0"/>
                  </a:lnTo>
                  <a:lnTo>
                    <a:pt x="35207" y="9995"/>
                  </a:lnTo>
                  <a:lnTo>
                    <a:pt x="0" y="9995"/>
                  </a:lnTo>
                  <a:lnTo>
                    <a:pt x="0" y="22375"/>
                  </a:lnTo>
                  <a:lnTo>
                    <a:pt x="35401" y="22375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D0FFEF3F-61A5-4DCE-9182-7CBD5EE6FC82}"/>
                </a:ext>
              </a:extLst>
            </p:cNvPr>
            <p:cNvSpPr/>
            <p:nvPr/>
          </p:nvSpPr>
          <p:spPr>
            <a:xfrm>
              <a:off x="4106956" y="5050134"/>
              <a:ext cx="146180" cy="65771"/>
            </a:xfrm>
            <a:custGeom>
              <a:avLst/>
              <a:gdLst>
                <a:gd name="connsiteX0" fmla="*/ 74799 w 146180"/>
                <a:gd name="connsiteY0" fmla="*/ 40301 h 65771"/>
                <a:gd name="connsiteX1" fmla="*/ 52166 w 146180"/>
                <a:gd name="connsiteY1" fmla="*/ 26695 h 65771"/>
                <a:gd name="connsiteX2" fmla="*/ 99625 w 146180"/>
                <a:gd name="connsiteY2" fmla="*/ 26695 h 65771"/>
                <a:gd name="connsiteX3" fmla="*/ 74799 w 146180"/>
                <a:gd name="connsiteY3" fmla="*/ 40301 h 65771"/>
                <a:gd name="connsiteX4" fmla="*/ 95820 w 146180"/>
                <a:gd name="connsiteY4" fmla="*/ 45395 h 65771"/>
                <a:gd name="connsiteX5" fmla="*/ 122258 w 146180"/>
                <a:gd name="connsiteY5" fmla="*/ 25535 h 65771"/>
                <a:gd name="connsiteX6" fmla="*/ 122258 w 146180"/>
                <a:gd name="connsiteY6" fmla="*/ 15024 h 65771"/>
                <a:gd name="connsiteX7" fmla="*/ 64482 w 146180"/>
                <a:gd name="connsiteY7" fmla="*/ 15153 h 65771"/>
                <a:gd name="connsiteX8" fmla="*/ 76669 w 146180"/>
                <a:gd name="connsiteY8" fmla="*/ 2708 h 65771"/>
                <a:gd name="connsiteX9" fmla="*/ 61322 w 146180"/>
                <a:gd name="connsiteY9" fmla="*/ 0 h 65771"/>
                <a:gd name="connsiteX10" fmla="*/ 580 w 146180"/>
                <a:gd name="connsiteY10" fmla="*/ 30113 h 65771"/>
                <a:gd name="connsiteX11" fmla="*/ 7544 w 146180"/>
                <a:gd name="connsiteY11" fmla="*/ 42751 h 65771"/>
                <a:gd name="connsiteX12" fmla="*/ 38431 w 146180"/>
                <a:gd name="connsiteY12" fmla="*/ 32950 h 65771"/>
                <a:gd name="connsiteX13" fmla="*/ 54810 w 146180"/>
                <a:gd name="connsiteY13" fmla="*/ 45782 h 65771"/>
                <a:gd name="connsiteX14" fmla="*/ 0 w 146180"/>
                <a:gd name="connsiteY14" fmla="*/ 51392 h 65771"/>
                <a:gd name="connsiteX15" fmla="*/ 7222 w 146180"/>
                <a:gd name="connsiteY15" fmla="*/ 65771 h 65771"/>
                <a:gd name="connsiteX16" fmla="*/ 73574 w 146180"/>
                <a:gd name="connsiteY16" fmla="*/ 54294 h 65771"/>
                <a:gd name="connsiteX17" fmla="*/ 92532 w 146180"/>
                <a:gd name="connsiteY17" fmla="*/ 59259 h 65771"/>
                <a:gd name="connsiteX18" fmla="*/ 139732 w 146180"/>
                <a:gd name="connsiteY18" fmla="*/ 64998 h 65771"/>
                <a:gd name="connsiteX19" fmla="*/ 146181 w 146180"/>
                <a:gd name="connsiteY19" fmla="*/ 49457 h 65771"/>
                <a:gd name="connsiteX20" fmla="*/ 95820 w 146180"/>
                <a:gd name="connsiteY20" fmla="*/ 45395 h 6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6180" h="65771">
                  <a:moveTo>
                    <a:pt x="74799" y="40301"/>
                  </a:moveTo>
                  <a:cubicBezTo>
                    <a:pt x="65901" y="37593"/>
                    <a:pt x="56293" y="31854"/>
                    <a:pt x="52166" y="26695"/>
                  </a:cubicBezTo>
                  <a:lnTo>
                    <a:pt x="99625" y="26695"/>
                  </a:lnTo>
                  <a:cubicBezTo>
                    <a:pt x="94982" y="31274"/>
                    <a:pt x="84278" y="36561"/>
                    <a:pt x="74799" y="40301"/>
                  </a:cubicBezTo>
                  <a:moveTo>
                    <a:pt x="95820" y="45395"/>
                  </a:moveTo>
                  <a:cubicBezTo>
                    <a:pt x="100463" y="42816"/>
                    <a:pt x="119098" y="30113"/>
                    <a:pt x="122258" y="25535"/>
                  </a:cubicBezTo>
                  <a:lnTo>
                    <a:pt x="122258" y="15024"/>
                  </a:lnTo>
                  <a:lnTo>
                    <a:pt x="64482" y="15153"/>
                  </a:lnTo>
                  <a:cubicBezTo>
                    <a:pt x="69641" y="11155"/>
                    <a:pt x="72026" y="8060"/>
                    <a:pt x="76669" y="2708"/>
                  </a:cubicBezTo>
                  <a:lnTo>
                    <a:pt x="61322" y="0"/>
                  </a:lnTo>
                  <a:cubicBezTo>
                    <a:pt x="61322" y="0"/>
                    <a:pt x="48297" y="19989"/>
                    <a:pt x="580" y="30113"/>
                  </a:cubicBezTo>
                  <a:lnTo>
                    <a:pt x="7544" y="42751"/>
                  </a:lnTo>
                  <a:cubicBezTo>
                    <a:pt x="7544" y="42751"/>
                    <a:pt x="21215" y="40301"/>
                    <a:pt x="38431" y="32950"/>
                  </a:cubicBezTo>
                  <a:cubicBezTo>
                    <a:pt x="38431" y="32950"/>
                    <a:pt x="44428" y="37722"/>
                    <a:pt x="54810" y="45782"/>
                  </a:cubicBezTo>
                  <a:cubicBezTo>
                    <a:pt x="29791" y="51972"/>
                    <a:pt x="12961" y="51392"/>
                    <a:pt x="0" y="51392"/>
                  </a:cubicBezTo>
                  <a:lnTo>
                    <a:pt x="7222" y="65771"/>
                  </a:lnTo>
                  <a:cubicBezTo>
                    <a:pt x="29210" y="65127"/>
                    <a:pt x="52875" y="60226"/>
                    <a:pt x="73574" y="54294"/>
                  </a:cubicBezTo>
                  <a:cubicBezTo>
                    <a:pt x="77249" y="55390"/>
                    <a:pt x="88405" y="58549"/>
                    <a:pt x="92532" y="59259"/>
                  </a:cubicBezTo>
                  <a:cubicBezTo>
                    <a:pt x="92532" y="59259"/>
                    <a:pt x="124579" y="65449"/>
                    <a:pt x="139732" y="64998"/>
                  </a:cubicBezTo>
                  <a:lnTo>
                    <a:pt x="146181" y="49457"/>
                  </a:lnTo>
                  <a:cubicBezTo>
                    <a:pt x="134896" y="49393"/>
                    <a:pt x="109619" y="49522"/>
                    <a:pt x="95820" y="45395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55CFCD9-9066-4028-8DC9-D64D43B2CFDE}"/>
                </a:ext>
              </a:extLst>
            </p:cNvPr>
            <p:cNvSpPr/>
            <p:nvPr/>
          </p:nvSpPr>
          <p:spPr>
            <a:xfrm>
              <a:off x="4285055" y="5010800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DF468691-F34E-4E02-B630-1B541744359B}"/>
                </a:ext>
              </a:extLst>
            </p:cNvPr>
            <p:cNvSpPr/>
            <p:nvPr/>
          </p:nvSpPr>
          <p:spPr>
            <a:xfrm>
              <a:off x="4285055" y="5025502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D1B1D39-BBFD-4F7E-8538-8BEFF4D14514}"/>
                </a:ext>
              </a:extLst>
            </p:cNvPr>
            <p:cNvSpPr/>
            <p:nvPr/>
          </p:nvSpPr>
          <p:spPr>
            <a:xfrm>
              <a:off x="4349666" y="5010800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8447326-2702-4903-AE81-1C39F9E143D1}"/>
                </a:ext>
              </a:extLst>
            </p:cNvPr>
            <p:cNvSpPr/>
            <p:nvPr/>
          </p:nvSpPr>
          <p:spPr>
            <a:xfrm>
              <a:off x="4349666" y="5025502"/>
              <a:ext cx="36109" cy="7221"/>
            </a:xfrm>
            <a:custGeom>
              <a:avLst/>
              <a:gdLst>
                <a:gd name="connsiteX0" fmla="*/ 0 w 36109"/>
                <a:gd name="connsiteY0" fmla="*/ 0 h 7221"/>
                <a:gd name="connsiteX1" fmla="*/ 36110 w 36109"/>
                <a:gd name="connsiteY1" fmla="*/ 0 h 7221"/>
                <a:gd name="connsiteX2" fmla="*/ 36110 w 36109"/>
                <a:gd name="connsiteY2" fmla="*/ 7222 h 7221"/>
                <a:gd name="connsiteX3" fmla="*/ 0 w 36109"/>
                <a:gd name="connsiteY3" fmla="*/ 7222 h 7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09" h="7221">
                  <a:moveTo>
                    <a:pt x="0" y="0"/>
                  </a:moveTo>
                  <a:lnTo>
                    <a:pt x="36110" y="0"/>
                  </a:lnTo>
                  <a:lnTo>
                    <a:pt x="36110" y="7222"/>
                  </a:lnTo>
                  <a:lnTo>
                    <a:pt x="0" y="722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5334A10-384D-4445-B0A6-81F4A439C9A2}"/>
                </a:ext>
              </a:extLst>
            </p:cNvPr>
            <p:cNvSpPr/>
            <p:nvPr/>
          </p:nvSpPr>
          <p:spPr>
            <a:xfrm>
              <a:off x="4274222" y="5047328"/>
              <a:ext cx="135734" cy="74927"/>
            </a:xfrm>
            <a:custGeom>
              <a:avLst/>
              <a:gdLst>
                <a:gd name="connsiteX0" fmla="*/ 119421 w 135734"/>
                <a:gd name="connsiteY0" fmla="*/ 56744 h 74927"/>
                <a:gd name="connsiteX1" fmla="*/ 110716 w 135734"/>
                <a:gd name="connsiteY1" fmla="*/ 62547 h 74927"/>
                <a:gd name="connsiteX2" fmla="*/ 74090 w 135734"/>
                <a:gd name="connsiteY2" fmla="*/ 62547 h 74927"/>
                <a:gd name="connsiteX3" fmla="*/ 68028 w 135734"/>
                <a:gd name="connsiteY3" fmla="*/ 57776 h 74927"/>
                <a:gd name="connsiteX4" fmla="*/ 68028 w 135734"/>
                <a:gd name="connsiteY4" fmla="*/ 51972 h 74927"/>
                <a:gd name="connsiteX5" fmla="*/ 120194 w 135734"/>
                <a:gd name="connsiteY5" fmla="*/ 51972 h 74927"/>
                <a:gd name="connsiteX6" fmla="*/ 119421 w 135734"/>
                <a:gd name="connsiteY6" fmla="*/ 56744 h 74927"/>
                <a:gd name="connsiteX7" fmla="*/ 67964 w 135734"/>
                <a:gd name="connsiteY7" fmla="*/ 30113 h 74927"/>
                <a:gd name="connsiteX8" fmla="*/ 108007 w 135734"/>
                <a:gd name="connsiteY8" fmla="*/ 30113 h 74927"/>
                <a:gd name="connsiteX9" fmla="*/ 108007 w 135734"/>
                <a:gd name="connsiteY9" fmla="*/ 40495 h 74927"/>
                <a:gd name="connsiteX10" fmla="*/ 67964 w 135734"/>
                <a:gd name="connsiteY10" fmla="*/ 40495 h 74927"/>
                <a:gd name="connsiteX11" fmla="*/ 67964 w 135734"/>
                <a:gd name="connsiteY11" fmla="*/ 30113 h 74927"/>
                <a:gd name="connsiteX12" fmla="*/ 67964 w 135734"/>
                <a:gd name="connsiteY12" fmla="*/ 11026 h 74927"/>
                <a:gd name="connsiteX13" fmla="*/ 108007 w 135734"/>
                <a:gd name="connsiteY13" fmla="*/ 11026 h 74927"/>
                <a:gd name="connsiteX14" fmla="*/ 108007 w 135734"/>
                <a:gd name="connsiteY14" fmla="*/ 19796 h 74927"/>
                <a:gd name="connsiteX15" fmla="*/ 67964 w 135734"/>
                <a:gd name="connsiteY15" fmla="*/ 19796 h 74927"/>
                <a:gd name="connsiteX16" fmla="*/ 67964 w 135734"/>
                <a:gd name="connsiteY16" fmla="*/ 11026 h 74927"/>
                <a:gd name="connsiteX17" fmla="*/ 53327 w 135734"/>
                <a:gd name="connsiteY17" fmla="*/ 19860 h 74927"/>
                <a:gd name="connsiteX18" fmla="*/ 13928 w 135734"/>
                <a:gd name="connsiteY18" fmla="*/ 19796 h 74927"/>
                <a:gd name="connsiteX19" fmla="*/ 13928 w 135734"/>
                <a:gd name="connsiteY19" fmla="*/ 11026 h 74927"/>
                <a:gd name="connsiteX20" fmla="*/ 53327 w 135734"/>
                <a:gd name="connsiteY20" fmla="*/ 11026 h 74927"/>
                <a:gd name="connsiteX21" fmla="*/ 53327 w 135734"/>
                <a:gd name="connsiteY21" fmla="*/ 19860 h 74927"/>
                <a:gd name="connsiteX22" fmla="*/ 53327 w 135734"/>
                <a:gd name="connsiteY22" fmla="*/ 40559 h 74927"/>
                <a:gd name="connsiteX23" fmla="*/ 13928 w 135734"/>
                <a:gd name="connsiteY23" fmla="*/ 40559 h 74927"/>
                <a:gd name="connsiteX24" fmla="*/ 13928 w 135734"/>
                <a:gd name="connsiteY24" fmla="*/ 30177 h 74927"/>
                <a:gd name="connsiteX25" fmla="*/ 53327 w 135734"/>
                <a:gd name="connsiteY25" fmla="*/ 30177 h 74927"/>
                <a:gd name="connsiteX26" fmla="*/ 53327 w 135734"/>
                <a:gd name="connsiteY26" fmla="*/ 40559 h 74927"/>
                <a:gd name="connsiteX27" fmla="*/ 121935 w 135734"/>
                <a:gd name="connsiteY27" fmla="*/ 0 h 74927"/>
                <a:gd name="connsiteX28" fmla="*/ 0 w 135734"/>
                <a:gd name="connsiteY28" fmla="*/ 0 h 74927"/>
                <a:gd name="connsiteX29" fmla="*/ 0 w 135734"/>
                <a:gd name="connsiteY29" fmla="*/ 61064 h 74927"/>
                <a:gd name="connsiteX30" fmla="*/ 13993 w 135734"/>
                <a:gd name="connsiteY30" fmla="*/ 61064 h 74927"/>
                <a:gd name="connsiteX31" fmla="*/ 13993 w 135734"/>
                <a:gd name="connsiteY31" fmla="*/ 51908 h 74927"/>
                <a:gd name="connsiteX32" fmla="*/ 53391 w 135734"/>
                <a:gd name="connsiteY32" fmla="*/ 51908 h 74927"/>
                <a:gd name="connsiteX33" fmla="*/ 53391 w 135734"/>
                <a:gd name="connsiteY33" fmla="*/ 63128 h 74927"/>
                <a:gd name="connsiteX34" fmla="*/ 69705 w 135734"/>
                <a:gd name="connsiteY34" fmla="*/ 74928 h 74927"/>
                <a:gd name="connsiteX35" fmla="*/ 112843 w 135734"/>
                <a:gd name="connsiteY35" fmla="*/ 74928 h 74927"/>
                <a:gd name="connsiteX36" fmla="*/ 134574 w 135734"/>
                <a:gd name="connsiteY36" fmla="*/ 60033 h 74927"/>
                <a:gd name="connsiteX37" fmla="*/ 135735 w 135734"/>
                <a:gd name="connsiteY37" fmla="*/ 48490 h 74927"/>
                <a:gd name="connsiteX38" fmla="*/ 122000 w 135734"/>
                <a:gd name="connsiteY38" fmla="*/ 43332 h 74927"/>
                <a:gd name="connsiteX39" fmla="*/ 122000 w 135734"/>
                <a:gd name="connsiteY39" fmla="*/ 0 h 74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35734" h="74927">
                  <a:moveTo>
                    <a:pt x="119421" y="56744"/>
                  </a:moveTo>
                  <a:cubicBezTo>
                    <a:pt x="118905" y="58936"/>
                    <a:pt x="117615" y="62547"/>
                    <a:pt x="110716" y="62547"/>
                  </a:cubicBezTo>
                  <a:lnTo>
                    <a:pt x="74090" y="62547"/>
                  </a:lnTo>
                  <a:cubicBezTo>
                    <a:pt x="68802" y="62547"/>
                    <a:pt x="68028" y="60742"/>
                    <a:pt x="68028" y="57776"/>
                  </a:cubicBezTo>
                  <a:lnTo>
                    <a:pt x="68028" y="51972"/>
                  </a:lnTo>
                  <a:lnTo>
                    <a:pt x="120194" y="51972"/>
                  </a:lnTo>
                  <a:cubicBezTo>
                    <a:pt x="120130" y="51972"/>
                    <a:pt x="119679" y="55454"/>
                    <a:pt x="119421" y="56744"/>
                  </a:cubicBezTo>
                  <a:moveTo>
                    <a:pt x="67964" y="30113"/>
                  </a:moveTo>
                  <a:lnTo>
                    <a:pt x="108007" y="30113"/>
                  </a:lnTo>
                  <a:lnTo>
                    <a:pt x="108007" y="40495"/>
                  </a:lnTo>
                  <a:lnTo>
                    <a:pt x="67964" y="40495"/>
                  </a:lnTo>
                  <a:lnTo>
                    <a:pt x="67964" y="30113"/>
                  </a:lnTo>
                  <a:close/>
                  <a:moveTo>
                    <a:pt x="67964" y="11026"/>
                  </a:moveTo>
                  <a:lnTo>
                    <a:pt x="108007" y="11026"/>
                  </a:lnTo>
                  <a:lnTo>
                    <a:pt x="108007" y="19796"/>
                  </a:lnTo>
                  <a:lnTo>
                    <a:pt x="67964" y="19796"/>
                  </a:lnTo>
                  <a:lnTo>
                    <a:pt x="67964" y="11026"/>
                  </a:lnTo>
                  <a:close/>
                  <a:moveTo>
                    <a:pt x="53327" y="19860"/>
                  </a:moveTo>
                  <a:lnTo>
                    <a:pt x="13928" y="19796"/>
                  </a:lnTo>
                  <a:lnTo>
                    <a:pt x="13928" y="11026"/>
                  </a:lnTo>
                  <a:lnTo>
                    <a:pt x="53327" y="11026"/>
                  </a:lnTo>
                  <a:lnTo>
                    <a:pt x="53327" y="19860"/>
                  </a:lnTo>
                  <a:moveTo>
                    <a:pt x="53327" y="40559"/>
                  </a:moveTo>
                  <a:lnTo>
                    <a:pt x="13928" y="40559"/>
                  </a:lnTo>
                  <a:lnTo>
                    <a:pt x="13928" y="30177"/>
                  </a:lnTo>
                  <a:lnTo>
                    <a:pt x="53327" y="30177"/>
                  </a:lnTo>
                  <a:lnTo>
                    <a:pt x="53327" y="40559"/>
                  </a:lnTo>
                  <a:close/>
                  <a:moveTo>
                    <a:pt x="121935" y="0"/>
                  </a:moveTo>
                  <a:lnTo>
                    <a:pt x="0" y="0"/>
                  </a:lnTo>
                  <a:lnTo>
                    <a:pt x="0" y="61064"/>
                  </a:lnTo>
                  <a:lnTo>
                    <a:pt x="13993" y="61064"/>
                  </a:lnTo>
                  <a:lnTo>
                    <a:pt x="13993" y="51908"/>
                  </a:lnTo>
                  <a:lnTo>
                    <a:pt x="53391" y="51908"/>
                  </a:lnTo>
                  <a:lnTo>
                    <a:pt x="53391" y="63128"/>
                  </a:lnTo>
                  <a:cubicBezTo>
                    <a:pt x="53391" y="71639"/>
                    <a:pt x="58614" y="74928"/>
                    <a:pt x="69705" y="74928"/>
                  </a:cubicBezTo>
                  <a:lnTo>
                    <a:pt x="112843" y="74928"/>
                  </a:lnTo>
                  <a:cubicBezTo>
                    <a:pt x="112843" y="74928"/>
                    <a:pt x="133220" y="74347"/>
                    <a:pt x="134574" y="60033"/>
                  </a:cubicBezTo>
                  <a:lnTo>
                    <a:pt x="135735" y="48490"/>
                  </a:lnTo>
                  <a:lnTo>
                    <a:pt x="122000" y="43332"/>
                  </a:lnTo>
                  <a:lnTo>
                    <a:pt x="122000" y="0"/>
                  </a:ln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875BE588-E034-4BA8-A984-0C3558E964B5}"/>
                </a:ext>
              </a:extLst>
            </p:cNvPr>
            <p:cNvSpPr/>
            <p:nvPr/>
          </p:nvSpPr>
          <p:spPr>
            <a:xfrm>
              <a:off x="4264872" y="4972498"/>
              <a:ext cx="141860" cy="62353"/>
            </a:xfrm>
            <a:custGeom>
              <a:avLst/>
              <a:gdLst>
                <a:gd name="connsiteX0" fmla="*/ 13735 w 141860"/>
                <a:gd name="connsiteY0" fmla="*/ 31338 h 62353"/>
                <a:gd name="connsiteX1" fmla="*/ 62741 w 141860"/>
                <a:gd name="connsiteY1" fmla="*/ 31338 h 62353"/>
                <a:gd name="connsiteX2" fmla="*/ 62741 w 141860"/>
                <a:gd name="connsiteY2" fmla="*/ 62354 h 62353"/>
                <a:gd name="connsiteX3" fmla="*/ 77314 w 141860"/>
                <a:gd name="connsiteY3" fmla="*/ 62354 h 62353"/>
                <a:gd name="connsiteX4" fmla="*/ 77314 w 141860"/>
                <a:gd name="connsiteY4" fmla="*/ 31338 h 62353"/>
                <a:gd name="connsiteX5" fmla="*/ 128126 w 141860"/>
                <a:gd name="connsiteY5" fmla="*/ 31338 h 62353"/>
                <a:gd name="connsiteX6" fmla="*/ 128126 w 141860"/>
                <a:gd name="connsiteY6" fmla="*/ 57002 h 62353"/>
                <a:gd name="connsiteX7" fmla="*/ 141860 w 141860"/>
                <a:gd name="connsiteY7" fmla="*/ 57002 h 62353"/>
                <a:gd name="connsiteX8" fmla="*/ 141860 w 141860"/>
                <a:gd name="connsiteY8" fmla="*/ 19473 h 62353"/>
                <a:gd name="connsiteX9" fmla="*/ 77314 w 141860"/>
                <a:gd name="connsiteY9" fmla="*/ 19473 h 62353"/>
                <a:gd name="connsiteX10" fmla="*/ 77314 w 141860"/>
                <a:gd name="connsiteY10" fmla="*/ 12123 h 62353"/>
                <a:gd name="connsiteX11" fmla="*/ 134122 w 141860"/>
                <a:gd name="connsiteY11" fmla="*/ 12123 h 62353"/>
                <a:gd name="connsiteX12" fmla="*/ 134122 w 141860"/>
                <a:gd name="connsiteY12" fmla="*/ 0 h 62353"/>
                <a:gd name="connsiteX13" fmla="*/ 7029 w 141860"/>
                <a:gd name="connsiteY13" fmla="*/ 0 h 62353"/>
                <a:gd name="connsiteX14" fmla="*/ 7029 w 141860"/>
                <a:gd name="connsiteY14" fmla="*/ 12123 h 62353"/>
                <a:gd name="connsiteX15" fmla="*/ 62741 w 141860"/>
                <a:gd name="connsiteY15" fmla="*/ 12123 h 62353"/>
                <a:gd name="connsiteX16" fmla="*/ 62741 w 141860"/>
                <a:gd name="connsiteY16" fmla="*/ 19473 h 62353"/>
                <a:gd name="connsiteX17" fmla="*/ 0 w 141860"/>
                <a:gd name="connsiteY17" fmla="*/ 19473 h 62353"/>
                <a:gd name="connsiteX18" fmla="*/ 0 w 141860"/>
                <a:gd name="connsiteY18" fmla="*/ 57002 h 62353"/>
                <a:gd name="connsiteX19" fmla="*/ 13735 w 141860"/>
                <a:gd name="connsiteY19" fmla="*/ 57002 h 6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860" h="62353">
                  <a:moveTo>
                    <a:pt x="13735" y="31338"/>
                  </a:moveTo>
                  <a:lnTo>
                    <a:pt x="62741" y="31338"/>
                  </a:lnTo>
                  <a:lnTo>
                    <a:pt x="62741" y="62354"/>
                  </a:lnTo>
                  <a:lnTo>
                    <a:pt x="77314" y="62354"/>
                  </a:lnTo>
                  <a:lnTo>
                    <a:pt x="77314" y="31338"/>
                  </a:lnTo>
                  <a:lnTo>
                    <a:pt x="128126" y="31338"/>
                  </a:lnTo>
                  <a:lnTo>
                    <a:pt x="128126" y="57002"/>
                  </a:lnTo>
                  <a:lnTo>
                    <a:pt x="141860" y="57002"/>
                  </a:lnTo>
                  <a:lnTo>
                    <a:pt x="141860" y="19473"/>
                  </a:lnTo>
                  <a:lnTo>
                    <a:pt x="77314" y="19473"/>
                  </a:lnTo>
                  <a:lnTo>
                    <a:pt x="77314" y="12123"/>
                  </a:lnTo>
                  <a:lnTo>
                    <a:pt x="134122" y="12123"/>
                  </a:lnTo>
                  <a:lnTo>
                    <a:pt x="134122" y="0"/>
                  </a:lnTo>
                  <a:lnTo>
                    <a:pt x="7029" y="0"/>
                  </a:lnTo>
                  <a:lnTo>
                    <a:pt x="7029" y="12123"/>
                  </a:lnTo>
                  <a:lnTo>
                    <a:pt x="62741" y="12123"/>
                  </a:lnTo>
                  <a:lnTo>
                    <a:pt x="62741" y="19473"/>
                  </a:lnTo>
                  <a:lnTo>
                    <a:pt x="0" y="19473"/>
                  </a:lnTo>
                  <a:lnTo>
                    <a:pt x="0" y="57002"/>
                  </a:lnTo>
                  <a:lnTo>
                    <a:pt x="13735" y="57002"/>
                  </a:lnTo>
                  <a:close/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E3AA989-0D4C-4F60-BF11-D35773A0F28B}"/>
                </a:ext>
              </a:extLst>
            </p:cNvPr>
            <p:cNvSpPr/>
            <p:nvPr/>
          </p:nvSpPr>
          <p:spPr>
            <a:xfrm>
              <a:off x="4417436" y="4966630"/>
              <a:ext cx="155143" cy="151016"/>
            </a:xfrm>
            <a:custGeom>
              <a:avLst/>
              <a:gdLst>
                <a:gd name="connsiteX0" fmla="*/ 106331 w 155143"/>
                <a:gd name="connsiteY0" fmla="*/ 67835 h 151016"/>
                <a:gd name="connsiteX1" fmla="*/ 118582 w 155143"/>
                <a:gd name="connsiteY1" fmla="*/ 67448 h 151016"/>
                <a:gd name="connsiteX2" fmla="*/ 123032 w 155143"/>
                <a:gd name="connsiteY2" fmla="*/ 77958 h 151016"/>
                <a:gd name="connsiteX3" fmla="*/ 107878 w 155143"/>
                <a:gd name="connsiteY3" fmla="*/ 77958 h 151016"/>
                <a:gd name="connsiteX4" fmla="*/ 106331 w 155143"/>
                <a:gd name="connsiteY4" fmla="*/ 67835 h 151016"/>
                <a:gd name="connsiteX5" fmla="*/ 105170 w 155143"/>
                <a:gd name="connsiteY5" fmla="*/ 56615 h 151016"/>
                <a:gd name="connsiteX6" fmla="*/ 103687 w 155143"/>
                <a:gd name="connsiteY6" fmla="*/ 26180 h 151016"/>
                <a:gd name="connsiteX7" fmla="*/ 119872 w 155143"/>
                <a:gd name="connsiteY7" fmla="*/ 45266 h 151016"/>
                <a:gd name="connsiteX8" fmla="*/ 110071 w 155143"/>
                <a:gd name="connsiteY8" fmla="*/ 56679 h 151016"/>
                <a:gd name="connsiteX9" fmla="*/ 105170 w 155143"/>
                <a:gd name="connsiteY9" fmla="*/ 56679 h 151016"/>
                <a:gd name="connsiteX10" fmla="*/ 51457 w 155143"/>
                <a:gd name="connsiteY10" fmla="*/ 59323 h 151016"/>
                <a:gd name="connsiteX11" fmla="*/ 47846 w 155143"/>
                <a:gd name="connsiteY11" fmla="*/ 59323 h 151016"/>
                <a:gd name="connsiteX12" fmla="*/ 47846 w 155143"/>
                <a:gd name="connsiteY12" fmla="*/ 64998 h 151016"/>
                <a:gd name="connsiteX13" fmla="*/ 35207 w 155143"/>
                <a:gd name="connsiteY13" fmla="*/ 45589 h 151016"/>
                <a:gd name="connsiteX14" fmla="*/ 47330 w 155143"/>
                <a:gd name="connsiteY14" fmla="*/ 45589 h 151016"/>
                <a:gd name="connsiteX15" fmla="*/ 47330 w 155143"/>
                <a:gd name="connsiteY15" fmla="*/ 35529 h 151016"/>
                <a:gd name="connsiteX16" fmla="*/ 59001 w 155143"/>
                <a:gd name="connsiteY16" fmla="*/ 48877 h 151016"/>
                <a:gd name="connsiteX17" fmla="*/ 51457 w 155143"/>
                <a:gd name="connsiteY17" fmla="*/ 59323 h 151016"/>
                <a:gd name="connsiteX18" fmla="*/ 42558 w 155143"/>
                <a:gd name="connsiteY18" fmla="*/ 81183 h 151016"/>
                <a:gd name="connsiteX19" fmla="*/ 48490 w 155143"/>
                <a:gd name="connsiteY19" fmla="*/ 71446 h 151016"/>
                <a:gd name="connsiteX20" fmla="*/ 78990 w 155143"/>
                <a:gd name="connsiteY20" fmla="*/ 68480 h 151016"/>
                <a:gd name="connsiteX21" fmla="*/ 81247 w 155143"/>
                <a:gd name="connsiteY21" fmla="*/ 74476 h 151016"/>
                <a:gd name="connsiteX22" fmla="*/ 92790 w 155143"/>
                <a:gd name="connsiteY22" fmla="*/ 69898 h 151016"/>
                <a:gd name="connsiteX23" fmla="*/ 93757 w 155143"/>
                <a:gd name="connsiteY23" fmla="*/ 78087 h 151016"/>
                <a:gd name="connsiteX24" fmla="*/ 44815 w 155143"/>
                <a:gd name="connsiteY24" fmla="*/ 78087 h 151016"/>
                <a:gd name="connsiteX25" fmla="*/ 44815 w 155143"/>
                <a:gd name="connsiteY25" fmla="*/ 91242 h 151016"/>
                <a:gd name="connsiteX26" fmla="*/ 57776 w 155143"/>
                <a:gd name="connsiteY26" fmla="*/ 91242 h 151016"/>
                <a:gd name="connsiteX27" fmla="*/ 39850 w 155143"/>
                <a:gd name="connsiteY27" fmla="*/ 135992 h 151016"/>
                <a:gd name="connsiteX28" fmla="*/ 50103 w 155143"/>
                <a:gd name="connsiteY28" fmla="*/ 148630 h 151016"/>
                <a:gd name="connsiteX29" fmla="*/ 69254 w 155143"/>
                <a:gd name="connsiteY29" fmla="*/ 112843 h 151016"/>
                <a:gd name="connsiteX30" fmla="*/ 86083 w 155143"/>
                <a:gd name="connsiteY30" fmla="*/ 124772 h 151016"/>
                <a:gd name="connsiteX31" fmla="*/ 93499 w 155143"/>
                <a:gd name="connsiteY31" fmla="*/ 112327 h 151016"/>
                <a:gd name="connsiteX32" fmla="*/ 72091 w 155143"/>
                <a:gd name="connsiteY32" fmla="*/ 97690 h 151016"/>
                <a:gd name="connsiteX33" fmla="*/ 72413 w 155143"/>
                <a:gd name="connsiteY33" fmla="*/ 91242 h 151016"/>
                <a:gd name="connsiteX34" fmla="*/ 96272 w 155143"/>
                <a:gd name="connsiteY34" fmla="*/ 91242 h 151016"/>
                <a:gd name="connsiteX35" fmla="*/ 105621 w 155143"/>
                <a:gd name="connsiteY35" fmla="*/ 117808 h 151016"/>
                <a:gd name="connsiteX36" fmla="*/ 72349 w 155143"/>
                <a:gd name="connsiteY36" fmla="*/ 134380 h 151016"/>
                <a:gd name="connsiteX37" fmla="*/ 80860 w 155143"/>
                <a:gd name="connsiteY37" fmla="*/ 147921 h 151016"/>
                <a:gd name="connsiteX38" fmla="*/ 113166 w 155143"/>
                <a:gd name="connsiteY38" fmla="*/ 130769 h 151016"/>
                <a:gd name="connsiteX39" fmla="*/ 125998 w 155143"/>
                <a:gd name="connsiteY39" fmla="*/ 144052 h 151016"/>
                <a:gd name="connsiteX40" fmla="*/ 145987 w 155143"/>
                <a:gd name="connsiteY40" fmla="*/ 143085 h 151016"/>
                <a:gd name="connsiteX41" fmla="*/ 155144 w 155143"/>
                <a:gd name="connsiteY41" fmla="*/ 126513 h 151016"/>
                <a:gd name="connsiteX42" fmla="*/ 143730 w 155143"/>
                <a:gd name="connsiteY42" fmla="*/ 114197 h 151016"/>
                <a:gd name="connsiteX43" fmla="*/ 137540 w 155143"/>
                <a:gd name="connsiteY43" fmla="*/ 127932 h 151016"/>
                <a:gd name="connsiteX44" fmla="*/ 127997 w 155143"/>
                <a:gd name="connsiteY44" fmla="*/ 126191 h 151016"/>
                <a:gd name="connsiteX45" fmla="*/ 124773 w 155143"/>
                <a:gd name="connsiteY45" fmla="*/ 121290 h 151016"/>
                <a:gd name="connsiteX46" fmla="*/ 140764 w 155143"/>
                <a:gd name="connsiteY46" fmla="*/ 101430 h 151016"/>
                <a:gd name="connsiteX47" fmla="*/ 128770 w 155143"/>
                <a:gd name="connsiteY47" fmla="*/ 92725 h 151016"/>
                <a:gd name="connsiteX48" fmla="*/ 116906 w 155143"/>
                <a:gd name="connsiteY48" fmla="*/ 109232 h 151016"/>
                <a:gd name="connsiteX49" fmla="*/ 110393 w 155143"/>
                <a:gd name="connsiteY49" fmla="*/ 91242 h 151016"/>
                <a:gd name="connsiteX50" fmla="*/ 152371 w 155143"/>
                <a:gd name="connsiteY50" fmla="*/ 91242 h 151016"/>
                <a:gd name="connsiteX51" fmla="*/ 152371 w 155143"/>
                <a:gd name="connsiteY51" fmla="*/ 78087 h 151016"/>
                <a:gd name="connsiteX52" fmla="*/ 137024 w 155143"/>
                <a:gd name="connsiteY52" fmla="*/ 78087 h 151016"/>
                <a:gd name="connsiteX53" fmla="*/ 131672 w 155143"/>
                <a:gd name="connsiteY53" fmla="*/ 66674 h 151016"/>
                <a:gd name="connsiteX54" fmla="*/ 141280 w 155143"/>
                <a:gd name="connsiteY54" fmla="*/ 65384 h 151016"/>
                <a:gd name="connsiteX55" fmla="*/ 143601 w 155143"/>
                <a:gd name="connsiteY55" fmla="*/ 71317 h 151016"/>
                <a:gd name="connsiteX56" fmla="*/ 153854 w 155143"/>
                <a:gd name="connsiteY56" fmla="*/ 67190 h 151016"/>
                <a:gd name="connsiteX57" fmla="*/ 146181 w 155143"/>
                <a:gd name="connsiteY57" fmla="*/ 44170 h 151016"/>
                <a:gd name="connsiteX58" fmla="*/ 135928 w 155143"/>
                <a:gd name="connsiteY58" fmla="*/ 47394 h 151016"/>
                <a:gd name="connsiteX59" fmla="*/ 138507 w 155143"/>
                <a:gd name="connsiteY59" fmla="*/ 55261 h 151016"/>
                <a:gd name="connsiteX60" fmla="*/ 125482 w 155143"/>
                <a:gd name="connsiteY60" fmla="*/ 56679 h 151016"/>
                <a:gd name="connsiteX61" fmla="*/ 149082 w 155143"/>
                <a:gd name="connsiteY61" fmla="*/ 26953 h 151016"/>
                <a:gd name="connsiteX62" fmla="*/ 138507 w 155143"/>
                <a:gd name="connsiteY62" fmla="*/ 20763 h 151016"/>
                <a:gd name="connsiteX63" fmla="*/ 128255 w 155143"/>
                <a:gd name="connsiteY63" fmla="*/ 35272 h 151016"/>
                <a:gd name="connsiteX64" fmla="*/ 123418 w 155143"/>
                <a:gd name="connsiteY64" fmla="*/ 29662 h 151016"/>
                <a:gd name="connsiteX65" fmla="*/ 137153 w 155143"/>
                <a:gd name="connsiteY65" fmla="*/ 7222 h 151016"/>
                <a:gd name="connsiteX66" fmla="*/ 125095 w 155143"/>
                <a:gd name="connsiteY66" fmla="*/ 1999 h 151016"/>
                <a:gd name="connsiteX67" fmla="*/ 115681 w 155143"/>
                <a:gd name="connsiteY67" fmla="*/ 19860 h 151016"/>
                <a:gd name="connsiteX68" fmla="*/ 111683 w 155143"/>
                <a:gd name="connsiteY68" fmla="*/ 16185 h 151016"/>
                <a:gd name="connsiteX69" fmla="*/ 103623 w 155143"/>
                <a:gd name="connsiteY69" fmla="*/ 25212 h 151016"/>
                <a:gd name="connsiteX70" fmla="*/ 102849 w 155143"/>
                <a:gd name="connsiteY70" fmla="*/ 193 h 151016"/>
                <a:gd name="connsiteX71" fmla="*/ 88792 w 155143"/>
                <a:gd name="connsiteY71" fmla="*/ 193 h 151016"/>
                <a:gd name="connsiteX72" fmla="*/ 92080 w 155143"/>
                <a:gd name="connsiteY72" fmla="*/ 66416 h 151016"/>
                <a:gd name="connsiteX73" fmla="*/ 85116 w 155143"/>
                <a:gd name="connsiteY73" fmla="*/ 46491 h 151016"/>
                <a:gd name="connsiteX74" fmla="*/ 75379 w 155143"/>
                <a:gd name="connsiteY74" fmla="*/ 49006 h 151016"/>
                <a:gd name="connsiteX75" fmla="*/ 77636 w 155143"/>
                <a:gd name="connsiteY75" fmla="*/ 57905 h 151016"/>
                <a:gd name="connsiteX76" fmla="*/ 65385 w 155143"/>
                <a:gd name="connsiteY76" fmla="*/ 59001 h 151016"/>
                <a:gd name="connsiteX77" fmla="*/ 88082 w 155143"/>
                <a:gd name="connsiteY77" fmla="*/ 27534 h 151016"/>
                <a:gd name="connsiteX78" fmla="*/ 77314 w 155143"/>
                <a:gd name="connsiteY78" fmla="*/ 21601 h 151016"/>
                <a:gd name="connsiteX79" fmla="*/ 67126 w 155143"/>
                <a:gd name="connsiteY79" fmla="*/ 38044 h 151016"/>
                <a:gd name="connsiteX80" fmla="*/ 62548 w 155143"/>
                <a:gd name="connsiteY80" fmla="*/ 32692 h 151016"/>
                <a:gd name="connsiteX81" fmla="*/ 76218 w 155143"/>
                <a:gd name="connsiteY81" fmla="*/ 7609 h 151016"/>
                <a:gd name="connsiteX82" fmla="*/ 64224 w 155143"/>
                <a:gd name="connsiteY82" fmla="*/ 3031 h 151016"/>
                <a:gd name="connsiteX83" fmla="*/ 53778 w 155143"/>
                <a:gd name="connsiteY83" fmla="*/ 23729 h 151016"/>
                <a:gd name="connsiteX84" fmla="*/ 49651 w 155143"/>
                <a:gd name="connsiteY84" fmla="*/ 20441 h 151016"/>
                <a:gd name="connsiteX85" fmla="*/ 42236 w 155143"/>
                <a:gd name="connsiteY85" fmla="*/ 31209 h 151016"/>
                <a:gd name="connsiteX86" fmla="*/ 34498 w 155143"/>
                <a:gd name="connsiteY86" fmla="*/ 31209 h 151016"/>
                <a:gd name="connsiteX87" fmla="*/ 34498 w 155143"/>
                <a:gd name="connsiteY87" fmla="*/ 0 h 151016"/>
                <a:gd name="connsiteX88" fmla="*/ 20441 w 155143"/>
                <a:gd name="connsiteY88" fmla="*/ 0 h 151016"/>
                <a:gd name="connsiteX89" fmla="*/ 20441 w 155143"/>
                <a:gd name="connsiteY89" fmla="*/ 31145 h 151016"/>
                <a:gd name="connsiteX90" fmla="*/ 4514 w 155143"/>
                <a:gd name="connsiteY90" fmla="*/ 31145 h 151016"/>
                <a:gd name="connsiteX91" fmla="*/ 4514 w 155143"/>
                <a:gd name="connsiteY91" fmla="*/ 45524 h 151016"/>
                <a:gd name="connsiteX92" fmla="*/ 20441 w 155143"/>
                <a:gd name="connsiteY92" fmla="*/ 45524 h 151016"/>
                <a:gd name="connsiteX93" fmla="*/ 0 w 155143"/>
                <a:gd name="connsiteY93" fmla="*/ 90855 h 151016"/>
                <a:gd name="connsiteX94" fmla="*/ 6255 w 155143"/>
                <a:gd name="connsiteY94" fmla="*/ 108587 h 151016"/>
                <a:gd name="connsiteX95" fmla="*/ 20441 w 155143"/>
                <a:gd name="connsiteY95" fmla="*/ 78539 h 151016"/>
                <a:gd name="connsiteX96" fmla="*/ 21344 w 155143"/>
                <a:gd name="connsiteY96" fmla="*/ 75702 h 151016"/>
                <a:gd name="connsiteX97" fmla="*/ 20441 w 155143"/>
                <a:gd name="connsiteY97" fmla="*/ 87437 h 151016"/>
                <a:gd name="connsiteX98" fmla="*/ 20441 w 155143"/>
                <a:gd name="connsiteY98" fmla="*/ 151016 h 151016"/>
                <a:gd name="connsiteX99" fmla="*/ 34498 w 155143"/>
                <a:gd name="connsiteY99" fmla="*/ 150952 h 151016"/>
                <a:gd name="connsiteX100" fmla="*/ 34498 w 155143"/>
                <a:gd name="connsiteY100" fmla="*/ 77507 h 151016"/>
                <a:gd name="connsiteX101" fmla="*/ 33595 w 155143"/>
                <a:gd name="connsiteY101" fmla="*/ 64482 h 151016"/>
                <a:gd name="connsiteX102" fmla="*/ 42558 w 155143"/>
                <a:gd name="connsiteY102" fmla="*/ 81183 h 151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155143" h="151016">
                  <a:moveTo>
                    <a:pt x="106331" y="67835"/>
                  </a:moveTo>
                  <a:lnTo>
                    <a:pt x="118582" y="67448"/>
                  </a:lnTo>
                  <a:lnTo>
                    <a:pt x="123032" y="77958"/>
                  </a:lnTo>
                  <a:lnTo>
                    <a:pt x="107878" y="77958"/>
                  </a:lnTo>
                  <a:cubicBezTo>
                    <a:pt x="107040" y="76024"/>
                    <a:pt x="106331" y="67835"/>
                    <a:pt x="106331" y="67835"/>
                  </a:cubicBezTo>
                  <a:moveTo>
                    <a:pt x="105170" y="56615"/>
                  </a:moveTo>
                  <a:cubicBezTo>
                    <a:pt x="104138" y="47394"/>
                    <a:pt x="103687" y="26180"/>
                    <a:pt x="103687" y="26180"/>
                  </a:cubicBezTo>
                  <a:cubicBezTo>
                    <a:pt x="111425" y="32821"/>
                    <a:pt x="119872" y="45266"/>
                    <a:pt x="119872" y="45266"/>
                  </a:cubicBezTo>
                  <a:cubicBezTo>
                    <a:pt x="115745" y="51908"/>
                    <a:pt x="110071" y="56679"/>
                    <a:pt x="110071" y="56679"/>
                  </a:cubicBezTo>
                  <a:lnTo>
                    <a:pt x="105170" y="56679"/>
                  </a:lnTo>
                  <a:moveTo>
                    <a:pt x="51457" y="59323"/>
                  </a:moveTo>
                  <a:lnTo>
                    <a:pt x="47846" y="59323"/>
                  </a:lnTo>
                  <a:lnTo>
                    <a:pt x="47846" y="64998"/>
                  </a:lnTo>
                  <a:cubicBezTo>
                    <a:pt x="41526" y="60613"/>
                    <a:pt x="35207" y="45589"/>
                    <a:pt x="35207" y="45589"/>
                  </a:cubicBezTo>
                  <a:lnTo>
                    <a:pt x="47330" y="45589"/>
                  </a:lnTo>
                  <a:lnTo>
                    <a:pt x="47330" y="35529"/>
                  </a:lnTo>
                  <a:cubicBezTo>
                    <a:pt x="50231" y="37335"/>
                    <a:pt x="59001" y="48877"/>
                    <a:pt x="59001" y="48877"/>
                  </a:cubicBezTo>
                  <a:cubicBezTo>
                    <a:pt x="57260" y="52940"/>
                    <a:pt x="51457" y="59323"/>
                    <a:pt x="51457" y="59323"/>
                  </a:cubicBezTo>
                  <a:moveTo>
                    <a:pt x="42558" y="81183"/>
                  </a:moveTo>
                  <a:lnTo>
                    <a:pt x="48490" y="71446"/>
                  </a:lnTo>
                  <a:lnTo>
                    <a:pt x="78990" y="68480"/>
                  </a:lnTo>
                  <a:lnTo>
                    <a:pt x="81247" y="74476"/>
                  </a:lnTo>
                  <a:lnTo>
                    <a:pt x="92790" y="69898"/>
                  </a:lnTo>
                  <a:cubicBezTo>
                    <a:pt x="93370" y="73703"/>
                    <a:pt x="93757" y="78087"/>
                    <a:pt x="93757" y="78087"/>
                  </a:cubicBezTo>
                  <a:lnTo>
                    <a:pt x="44815" y="78087"/>
                  </a:lnTo>
                  <a:lnTo>
                    <a:pt x="44815" y="91242"/>
                  </a:lnTo>
                  <a:lnTo>
                    <a:pt x="57776" y="91242"/>
                  </a:lnTo>
                  <a:cubicBezTo>
                    <a:pt x="57905" y="119678"/>
                    <a:pt x="39850" y="135992"/>
                    <a:pt x="39850" y="135992"/>
                  </a:cubicBezTo>
                  <a:lnTo>
                    <a:pt x="50103" y="148630"/>
                  </a:lnTo>
                  <a:cubicBezTo>
                    <a:pt x="63644" y="136121"/>
                    <a:pt x="69254" y="112843"/>
                    <a:pt x="69254" y="112843"/>
                  </a:cubicBezTo>
                  <a:cubicBezTo>
                    <a:pt x="76411" y="115487"/>
                    <a:pt x="86083" y="124772"/>
                    <a:pt x="86083" y="124772"/>
                  </a:cubicBezTo>
                  <a:lnTo>
                    <a:pt x="93499" y="112327"/>
                  </a:lnTo>
                  <a:cubicBezTo>
                    <a:pt x="88663" y="107298"/>
                    <a:pt x="72091" y="97690"/>
                    <a:pt x="72091" y="97690"/>
                  </a:cubicBezTo>
                  <a:lnTo>
                    <a:pt x="72413" y="91242"/>
                  </a:lnTo>
                  <a:lnTo>
                    <a:pt x="96272" y="91242"/>
                  </a:lnTo>
                  <a:cubicBezTo>
                    <a:pt x="100012" y="107491"/>
                    <a:pt x="105621" y="117808"/>
                    <a:pt x="105621" y="117808"/>
                  </a:cubicBezTo>
                  <a:cubicBezTo>
                    <a:pt x="95885" y="126900"/>
                    <a:pt x="72349" y="134380"/>
                    <a:pt x="72349" y="134380"/>
                  </a:cubicBezTo>
                  <a:lnTo>
                    <a:pt x="80860" y="147921"/>
                  </a:lnTo>
                  <a:cubicBezTo>
                    <a:pt x="95111" y="144117"/>
                    <a:pt x="113166" y="130769"/>
                    <a:pt x="113166" y="130769"/>
                  </a:cubicBezTo>
                  <a:cubicBezTo>
                    <a:pt x="117486" y="136701"/>
                    <a:pt x="125998" y="144052"/>
                    <a:pt x="125998" y="144052"/>
                  </a:cubicBezTo>
                  <a:cubicBezTo>
                    <a:pt x="139152" y="153402"/>
                    <a:pt x="145987" y="143085"/>
                    <a:pt x="145987" y="143085"/>
                  </a:cubicBezTo>
                  <a:cubicBezTo>
                    <a:pt x="150114" y="137733"/>
                    <a:pt x="155144" y="126513"/>
                    <a:pt x="155144" y="126513"/>
                  </a:cubicBezTo>
                  <a:lnTo>
                    <a:pt x="143730" y="114197"/>
                  </a:lnTo>
                  <a:cubicBezTo>
                    <a:pt x="141409" y="121290"/>
                    <a:pt x="137540" y="127932"/>
                    <a:pt x="137540" y="127932"/>
                  </a:cubicBezTo>
                  <a:cubicBezTo>
                    <a:pt x="133091" y="133026"/>
                    <a:pt x="127997" y="126191"/>
                    <a:pt x="127997" y="126191"/>
                  </a:cubicBezTo>
                  <a:cubicBezTo>
                    <a:pt x="125031" y="122902"/>
                    <a:pt x="124773" y="121290"/>
                    <a:pt x="124773" y="121290"/>
                  </a:cubicBezTo>
                  <a:cubicBezTo>
                    <a:pt x="132188" y="114068"/>
                    <a:pt x="140764" y="101430"/>
                    <a:pt x="140764" y="101430"/>
                  </a:cubicBezTo>
                  <a:lnTo>
                    <a:pt x="128770" y="92725"/>
                  </a:lnTo>
                  <a:cubicBezTo>
                    <a:pt x="126772" y="98077"/>
                    <a:pt x="116906" y="109232"/>
                    <a:pt x="116906" y="109232"/>
                  </a:cubicBezTo>
                  <a:cubicBezTo>
                    <a:pt x="112392" y="102719"/>
                    <a:pt x="110393" y="91242"/>
                    <a:pt x="110393" y="91242"/>
                  </a:cubicBezTo>
                  <a:lnTo>
                    <a:pt x="152371" y="91242"/>
                  </a:lnTo>
                  <a:lnTo>
                    <a:pt x="152371" y="78087"/>
                  </a:lnTo>
                  <a:lnTo>
                    <a:pt x="137024" y="78087"/>
                  </a:lnTo>
                  <a:cubicBezTo>
                    <a:pt x="133542" y="71639"/>
                    <a:pt x="131672" y="66674"/>
                    <a:pt x="131672" y="66674"/>
                  </a:cubicBezTo>
                  <a:lnTo>
                    <a:pt x="141280" y="65384"/>
                  </a:lnTo>
                  <a:cubicBezTo>
                    <a:pt x="142247" y="67448"/>
                    <a:pt x="143601" y="71317"/>
                    <a:pt x="143601" y="71317"/>
                  </a:cubicBezTo>
                  <a:lnTo>
                    <a:pt x="153854" y="67190"/>
                  </a:lnTo>
                  <a:cubicBezTo>
                    <a:pt x="151017" y="55325"/>
                    <a:pt x="150501" y="55261"/>
                    <a:pt x="146181" y="44170"/>
                  </a:cubicBezTo>
                  <a:lnTo>
                    <a:pt x="135928" y="47394"/>
                  </a:lnTo>
                  <a:lnTo>
                    <a:pt x="138507" y="55261"/>
                  </a:lnTo>
                  <a:lnTo>
                    <a:pt x="125482" y="56679"/>
                  </a:lnTo>
                  <a:cubicBezTo>
                    <a:pt x="129351" y="52746"/>
                    <a:pt x="146181" y="31209"/>
                    <a:pt x="149082" y="26953"/>
                  </a:cubicBezTo>
                  <a:lnTo>
                    <a:pt x="138507" y="20763"/>
                  </a:lnTo>
                  <a:cubicBezTo>
                    <a:pt x="137798" y="22117"/>
                    <a:pt x="129544" y="33595"/>
                    <a:pt x="128255" y="35272"/>
                  </a:cubicBezTo>
                  <a:lnTo>
                    <a:pt x="123418" y="29662"/>
                  </a:lnTo>
                  <a:cubicBezTo>
                    <a:pt x="130060" y="20570"/>
                    <a:pt x="137153" y="7222"/>
                    <a:pt x="137153" y="7222"/>
                  </a:cubicBezTo>
                  <a:lnTo>
                    <a:pt x="125095" y="1999"/>
                  </a:lnTo>
                  <a:cubicBezTo>
                    <a:pt x="123870" y="4965"/>
                    <a:pt x="119292" y="15089"/>
                    <a:pt x="115681" y="19860"/>
                  </a:cubicBezTo>
                  <a:cubicBezTo>
                    <a:pt x="114713" y="18829"/>
                    <a:pt x="111683" y="16185"/>
                    <a:pt x="111683" y="16185"/>
                  </a:cubicBezTo>
                  <a:lnTo>
                    <a:pt x="103623" y="25212"/>
                  </a:lnTo>
                  <a:lnTo>
                    <a:pt x="102849" y="193"/>
                  </a:lnTo>
                  <a:lnTo>
                    <a:pt x="88792" y="193"/>
                  </a:lnTo>
                  <a:cubicBezTo>
                    <a:pt x="88792" y="32628"/>
                    <a:pt x="92080" y="66416"/>
                    <a:pt x="92080" y="66416"/>
                  </a:cubicBezTo>
                  <a:cubicBezTo>
                    <a:pt x="87695" y="56035"/>
                    <a:pt x="85116" y="46491"/>
                    <a:pt x="85116" y="46491"/>
                  </a:cubicBezTo>
                  <a:lnTo>
                    <a:pt x="75379" y="49006"/>
                  </a:lnTo>
                  <a:lnTo>
                    <a:pt x="77636" y="57905"/>
                  </a:lnTo>
                  <a:lnTo>
                    <a:pt x="65385" y="59001"/>
                  </a:lnTo>
                  <a:cubicBezTo>
                    <a:pt x="72736" y="50489"/>
                    <a:pt x="88082" y="27534"/>
                    <a:pt x="88082" y="27534"/>
                  </a:cubicBezTo>
                  <a:lnTo>
                    <a:pt x="77314" y="21601"/>
                  </a:lnTo>
                  <a:cubicBezTo>
                    <a:pt x="74219" y="26309"/>
                    <a:pt x="67126" y="38044"/>
                    <a:pt x="67126" y="38044"/>
                  </a:cubicBezTo>
                  <a:lnTo>
                    <a:pt x="62548" y="32692"/>
                  </a:lnTo>
                  <a:cubicBezTo>
                    <a:pt x="69834" y="21601"/>
                    <a:pt x="76218" y="7609"/>
                    <a:pt x="76218" y="7609"/>
                  </a:cubicBezTo>
                  <a:lnTo>
                    <a:pt x="64224" y="3031"/>
                  </a:lnTo>
                  <a:cubicBezTo>
                    <a:pt x="58937" y="15411"/>
                    <a:pt x="53778" y="23729"/>
                    <a:pt x="53778" y="23729"/>
                  </a:cubicBezTo>
                  <a:cubicBezTo>
                    <a:pt x="52940" y="22440"/>
                    <a:pt x="49651" y="20441"/>
                    <a:pt x="49651" y="20441"/>
                  </a:cubicBezTo>
                  <a:lnTo>
                    <a:pt x="42236" y="31209"/>
                  </a:lnTo>
                  <a:lnTo>
                    <a:pt x="34498" y="31209"/>
                  </a:lnTo>
                  <a:lnTo>
                    <a:pt x="34498" y="0"/>
                  </a:lnTo>
                  <a:lnTo>
                    <a:pt x="20441" y="0"/>
                  </a:lnTo>
                  <a:lnTo>
                    <a:pt x="20441" y="31145"/>
                  </a:lnTo>
                  <a:lnTo>
                    <a:pt x="4514" y="31145"/>
                  </a:lnTo>
                  <a:lnTo>
                    <a:pt x="4514" y="45524"/>
                  </a:lnTo>
                  <a:lnTo>
                    <a:pt x="20441" y="45524"/>
                  </a:lnTo>
                  <a:cubicBezTo>
                    <a:pt x="20441" y="45524"/>
                    <a:pt x="14122" y="71059"/>
                    <a:pt x="0" y="90855"/>
                  </a:cubicBezTo>
                  <a:lnTo>
                    <a:pt x="6255" y="108587"/>
                  </a:lnTo>
                  <a:cubicBezTo>
                    <a:pt x="6255" y="108587"/>
                    <a:pt x="13799" y="97625"/>
                    <a:pt x="20441" y="78539"/>
                  </a:cubicBezTo>
                  <a:cubicBezTo>
                    <a:pt x="20763" y="77829"/>
                    <a:pt x="21344" y="75702"/>
                    <a:pt x="21344" y="75702"/>
                  </a:cubicBezTo>
                  <a:cubicBezTo>
                    <a:pt x="21344" y="75702"/>
                    <a:pt x="20634" y="83762"/>
                    <a:pt x="20441" y="87437"/>
                  </a:cubicBezTo>
                  <a:lnTo>
                    <a:pt x="20441" y="151016"/>
                  </a:lnTo>
                  <a:lnTo>
                    <a:pt x="34498" y="150952"/>
                  </a:lnTo>
                  <a:lnTo>
                    <a:pt x="34498" y="77507"/>
                  </a:lnTo>
                  <a:cubicBezTo>
                    <a:pt x="34498" y="74928"/>
                    <a:pt x="33595" y="64482"/>
                    <a:pt x="33595" y="64482"/>
                  </a:cubicBezTo>
                  <a:cubicBezTo>
                    <a:pt x="34885" y="68351"/>
                    <a:pt x="34562" y="68222"/>
                    <a:pt x="42558" y="81183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36EEC932-8F72-45B2-80B6-7CCDA8CAE836}"/>
                </a:ext>
              </a:extLst>
            </p:cNvPr>
            <p:cNvSpPr/>
            <p:nvPr/>
          </p:nvSpPr>
          <p:spPr>
            <a:xfrm>
              <a:off x="4578641" y="4966308"/>
              <a:ext cx="155594" cy="151338"/>
            </a:xfrm>
            <a:custGeom>
              <a:avLst/>
              <a:gdLst>
                <a:gd name="connsiteX0" fmla="*/ 96916 w 155594"/>
                <a:gd name="connsiteY0" fmla="*/ 59775 h 151338"/>
                <a:gd name="connsiteX1" fmla="*/ 58227 w 155594"/>
                <a:gd name="connsiteY1" fmla="*/ 59775 h 151338"/>
                <a:gd name="connsiteX2" fmla="*/ 58227 w 155594"/>
                <a:gd name="connsiteY2" fmla="*/ 71962 h 151338"/>
                <a:gd name="connsiteX3" fmla="*/ 42365 w 155594"/>
                <a:gd name="connsiteY3" fmla="*/ 46040 h 151338"/>
                <a:gd name="connsiteX4" fmla="*/ 55906 w 155594"/>
                <a:gd name="connsiteY4" fmla="*/ 46040 h 151338"/>
                <a:gd name="connsiteX5" fmla="*/ 55906 w 155594"/>
                <a:gd name="connsiteY5" fmla="*/ 45524 h 151338"/>
                <a:gd name="connsiteX6" fmla="*/ 67771 w 155594"/>
                <a:gd name="connsiteY6" fmla="*/ 55325 h 151338"/>
                <a:gd name="connsiteX7" fmla="*/ 76734 w 155594"/>
                <a:gd name="connsiteY7" fmla="*/ 39011 h 151338"/>
                <a:gd name="connsiteX8" fmla="*/ 96916 w 155594"/>
                <a:gd name="connsiteY8" fmla="*/ 39011 h 151338"/>
                <a:gd name="connsiteX9" fmla="*/ 96916 w 155594"/>
                <a:gd name="connsiteY9" fmla="*/ 59775 h 151338"/>
                <a:gd name="connsiteX10" fmla="*/ 28243 w 155594"/>
                <a:gd name="connsiteY10" fmla="*/ 71897 h 151338"/>
                <a:gd name="connsiteX11" fmla="*/ 27340 w 155594"/>
                <a:gd name="connsiteY11" fmla="*/ 84471 h 151338"/>
                <a:gd name="connsiteX12" fmla="*/ 27340 w 155594"/>
                <a:gd name="connsiteY12" fmla="*/ 151339 h 151338"/>
                <a:gd name="connsiteX13" fmla="*/ 41913 w 155594"/>
                <a:gd name="connsiteY13" fmla="*/ 151339 h 151338"/>
                <a:gd name="connsiteX14" fmla="*/ 41913 w 155594"/>
                <a:gd name="connsiteY14" fmla="*/ 78345 h 151338"/>
                <a:gd name="connsiteX15" fmla="*/ 41011 w 155594"/>
                <a:gd name="connsiteY15" fmla="*/ 65900 h 151338"/>
                <a:gd name="connsiteX16" fmla="*/ 55454 w 155594"/>
                <a:gd name="connsiteY16" fmla="*/ 90145 h 151338"/>
                <a:gd name="connsiteX17" fmla="*/ 63192 w 155594"/>
                <a:gd name="connsiteY17" fmla="*/ 76991 h 151338"/>
                <a:gd name="connsiteX18" fmla="*/ 60097 w 155594"/>
                <a:gd name="connsiteY18" fmla="*/ 73961 h 151338"/>
                <a:gd name="connsiteX19" fmla="*/ 92080 w 155594"/>
                <a:gd name="connsiteY19" fmla="*/ 73961 h 151338"/>
                <a:gd name="connsiteX20" fmla="*/ 49200 w 155594"/>
                <a:gd name="connsiteY20" fmla="*/ 125610 h 151338"/>
                <a:gd name="connsiteX21" fmla="*/ 59001 w 155594"/>
                <a:gd name="connsiteY21" fmla="*/ 137926 h 151338"/>
                <a:gd name="connsiteX22" fmla="*/ 96852 w 155594"/>
                <a:gd name="connsiteY22" fmla="*/ 92144 h 151338"/>
                <a:gd name="connsiteX23" fmla="*/ 96852 w 155594"/>
                <a:gd name="connsiteY23" fmla="*/ 151081 h 151338"/>
                <a:gd name="connsiteX24" fmla="*/ 110716 w 155594"/>
                <a:gd name="connsiteY24" fmla="*/ 151081 h 151338"/>
                <a:gd name="connsiteX25" fmla="*/ 110716 w 155594"/>
                <a:gd name="connsiteY25" fmla="*/ 91435 h 151338"/>
                <a:gd name="connsiteX26" fmla="*/ 146632 w 155594"/>
                <a:gd name="connsiteY26" fmla="*/ 136379 h 151338"/>
                <a:gd name="connsiteX27" fmla="*/ 155595 w 155594"/>
                <a:gd name="connsiteY27" fmla="*/ 122064 h 151338"/>
                <a:gd name="connsiteX28" fmla="*/ 114971 w 155594"/>
                <a:gd name="connsiteY28" fmla="*/ 73574 h 151338"/>
                <a:gd name="connsiteX29" fmla="*/ 152177 w 155594"/>
                <a:gd name="connsiteY29" fmla="*/ 73574 h 151338"/>
                <a:gd name="connsiteX30" fmla="*/ 152177 w 155594"/>
                <a:gd name="connsiteY30" fmla="*/ 59775 h 151338"/>
                <a:gd name="connsiteX31" fmla="*/ 110716 w 155594"/>
                <a:gd name="connsiteY31" fmla="*/ 59775 h 151338"/>
                <a:gd name="connsiteX32" fmla="*/ 110716 w 155594"/>
                <a:gd name="connsiteY32" fmla="*/ 39011 h 151338"/>
                <a:gd name="connsiteX33" fmla="*/ 144891 w 155594"/>
                <a:gd name="connsiteY33" fmla="*/ 39011 h 151338"/>
                <a:gd name="connsiteX34" fmla="*/ 144891 w 155594"/>
                <a:gd name="connsiteY34" fmla="*/ 25212 h 151338"/>
                <a:gd name="connsiteX35" fmla="*/ 110716 w 155594"/>
                <a:gd name="connsiteY35" fmla="*/ 25212 h 151338"/>
                <a:gd name="connsiteX36" fmla="*/ 110716 w 155594"/>
                <a:gd name="connsiteY36" fmla="*/ 0 h 151338"/>
                <a:gd name="connsiteX37" fmla="*/ 96852 w 155594"/>
                <a:gd name="connsiteY37" fmla="*/ 0 h 151338"/>
                <a:gd name="connsiteX38" fmla="*/ 96852 w 155594"/>
                <a:gd name="connsiteY38" fmla="*/ 25212 h 151338"/>
                <a:gd name="connsiteX39" fmla="*/ 81505 w 155594"/>
                <a:gd name="connsiteY39" fmla="*/ 25212 h 151338"/>
                <a:gd name="connsiteX40" fmla="*/ 86083 w 155594"/>
                <a:gd name="connsiteY40" fmla="*/ 7802 h 151338"/>
                <a:gd name="connsiteX41" fmla="*/ 72091 w 155594"/>
                <a:gd name="connsiteY41" fmla="*/ 4449 h 151338"/>
                <a:gd name="connsiteX42" fmla="*/ 55841 w 155594"/>
                <a:gd name="connsiteY42" fmla="*/ 44428 h 151338"/>
                <a:gd name="connsiteX43" fmla="*/ 55841 w 155594"/>
                <a:gd name="connsiteY43" fmla="*/ 31854 h 151338"/>
                <a:gd name="connsiteX44" fmla="*/ 41913 w 155594"/>
                <a:gd name="connsiteY44" fmla="*/ 31854 h 151338"/>
                <a:gd name="connsiteX45" fmla="*/ 41913 w 155594"/>
                <a:gd name="connsiteY45" fmla="*/ 322 h 151338"/>
                <a:gd name="connsiteX46" fmla="*/ 27340 w 155594"/>
                <a:gd name="connsiteY46" fmla="*/ 322 h 151338"/>
                <a:gd name="connsiteX47" fmla="*/ 27340 w 155594"/>
                <a:gd name="connsiteY47" fmla="*/ 31789 h 151338"/>
                <a:gd name="connsiteX48" fmla="*/ 3804 w 155594"/>
                <a:gd name="connsiteY48" fmla="*/ 31789 h 151338"/>
                <a:gd name="connsiteX49" fmla="*/ 3804 w 155594"/>
                <a:gd name="connsiteY49" fmla="*/ 46040 h 151338"/>
                <a:gd name="connsiteX50" fmla="*/ 26180 w 155594"/>
                <a:gd name="connsiteY50" fmla="*/ 46040 h 151338"/>
                <a:gd name="connsiteX51" fmla="*/ 0 w 155594"/>
                <a:gd name="connsiteY51" fmla="*/ 93499 h 151338"/>
                <a:gd name="connsiteX52" fmla="*/ 6771 w 155594"/>
                <a:gd name="connsiteY52" fmla="*/ 109103 h 151338"/>
                <a:gd name="connsiteX53" fmla="*/ 28243 w 155594"/>
                <a:gd name="connsiteY53" fmla="*/ 71897 h 15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5594" h="151338">
                  <a:moveTo>
                    <a:pt x="96916" y="59775"/>
                  </a:moveTo>
                  <a:lnTo>
                    <a:pt x="58227" y="59775"/>
                  </a:lnTo>
                  <a:lnTo>
                    <a:pt x="58227" y="71962"/>
                  </a:lnTo>
                  <a:cubicBezTo>
                    <a:pt x="52101" y="63579"/>
                    <a:pt x="46169" y="56228"/>
                    <a:pt x="42365" y="46040"/>
                  </a:cubicBezTo>
                  <a:lnTo>
                    <a:pt x="55906" y="46040"/>
                  </a:lnTo>
                  <a:lnTo>
                    <a:pt x="55906" y="45524"/>
                  </a:lnTo>
                  <a:lnTo>
                    <a:pt x="67771" y="55325"/>
                  </a:lnTo>
                  <a:cubicBezTo>
                    <a:pt x="73509" y="46362"/>
                    <a:pt x="76734" y="39011"/>
                    <a:pt x="76734" y="39011"/>
                  </a:cubicBezTo>
                  <a:lnTo>
                    <a:pt x="96916" y="39011"/>
                  </a:lnTo>
                  <a:lnTo>
                    <a:pt x="96916" y="59775"/>
                  </a:lnTo>
                  <a:close/>
                  <a:moveTo>
                    <a:pt x="28243" y="71897"/>
                  </a:moveTo>
                  <a:cubicBezTo>
                    <a:pt x="28243" y="71897"/>
                    <a:pt x="27405" y="81311"/>
                    <a:pt x="27340" y="84471"/>
                  </a:cubicBezTo>
                  <a:lnTo>
                    <a:pt x="27340" y="151339"/>
                  </a:lnTo>
                  <a:lnTo>
                    <a:pt x="41913" y="151339"/>
                  </a:lnTo>
                  <a:lnTo>
                    <a:pt x="41913" y="78345"/>
                  </a:lnTo>
                  <a:cubicBezTo>
                    <a:pt x="41849" y="75250"/>
                    <a:pt x="41011" y="65900"/>
                    <a:pt x="41011" y="65900"/>
                  </a:cubicBezTo>
                  <a:cubicBezTo>
                    <a:pt x="41011" y="65900"/>
                    <a:pt x="41784" y="71510"/>
                    <a:pt x="55454" y="90145"/>
                  </a:cubicBezTo>
                  <a:lnTo>
                    <a:pt x="63192" y="76991"/>
                  </a:lnTo>
                  <a:lnTo>
                    <a:pt x="60097" y="73961"/>
                  </a:lnTo>
                  <a:lnTo>
                    <a:pt x="92080" y="73961"/>
                  </a:lnTo>
                  <a:cubicBezTo>
                    <a:pt x="80280" y="102977"/>
                    <a:pt x="49200" y="125610"/>
                    <a:pt x="49200" y="125610"/>
                  </a:cubicBezTo>
                  <a:lnTo>
                    <a:pt x="59001" y="137926"/>
                  </a:lnTo>
                  <a:cubicBezTo>
                    <a:pt x="81376" y="122193"/>
                    <a:pt x="96852" y="92144"/>
                    <a:pt x="96852" y="92144"/>
                  </a:cubicBezTo>
                  <a:lnTo>
                    <a:pt x="96852" y="151081"/>
                  </a:lnTo>
                  <a:lnTo>
                    <a:pt x="110716" y="151081"/>
                  </a:lnTo>
                  <a:lnTo>
                    <a:pt x="110716" y="91435"/>
                  </a:lnTo>
                  <a:cubicBezTo>
                    <a:pt x="117744" y="102977"/>
                    <a:pt x="126836" y="120065"/>
                    <a:pt x="146632" y="136379"/>
                  </a:cubicBezTo>
                  <a:lnTo>
                    <a:pt x="155595" y="122064"/>
                  </a:lnTo>
                  <a:cubicBezTo>
                    <a:pt x="133736" y="105299"/>
                    <a:pt x="119421" y="83504"/>
                    <a:pt x="114971" y="73574"/>
                  </a:cubicBezTo>
                  <a:lnTo>
                    <a:pt x="152177" y="73574"/>
                  </a:lnTo>
                  <a:lnTo>
                    <a:pt x="152177" y="59775"/>
                  </a:lnTo>
                  <a:lnTo>
                    <a:pt x="110716" y="59775"/>
                  </a:lnTo>
                  <a:lnTo>
                    <a:pt x="110716" y="39011"/>
                  </a:lnTo>
                  <a:lnTo>
                    <a:pt x="144891" y="39011"/>
                  </a:lnTo>
                  <a:lnTo>
                    <a:pt x="144891" y="25212"/>
                  </a:lnTo>
                  <a:lnTo>
                    <a:pt x="110716" y="25212"/>
                  </a:lnTo>
                  <a:lnTo>
                    <a:pt x="110716" y="0"/>
                  </a:lnTo>
                  <a:lnTo>
                    <a:pt x="96852" y="0"/>
                  </a:lnTo>
                  <a:lnTo>
                    <a:pt x="96852" y="25212"/>
                  </a:lnTo>
                  <a:lnTo>
                    <a:pt x="81505" y="25212"/>
                  </a:lnTo>
                  <a:cubicBezTo>
                    <a:pt x="82343" y="21988"/>
                    <a:pt x="86083" y="7802"/>
                    <a:pt x="86083" y="7802"/>
                  </a:cubicBezTo>
                  <a:lnTo>
                    <a:pt x="72091" y="4449"/>
                  </a:lnTo>
                  <a:cubicBezTo>
                    <a:pt x="67577" y="30500"/>
                    <a:pt x="58356" y="41720"/>
                    <a:pt x="55841" y="44428"/>
                  </a:cubicBezTo>
                  <a:lnTo>
                    <a:pt x="55841" y="31854"/>
                  </a:lnTo>
                  <a:lnTo>
                    <a:pt x="41913" y="31854"/>
                  </a:lnTo>
                  <a:lnTo>
                    <a:pt x="41913" y="322"/>
                  </a:lnTo>
                  <a:lnTo>
                    <a:pt x="27340" y="322"/>
                  </a:lnTo>
                  <a:lnTo>
                    <a:pt x="27340" y="31789"/>
                  </a:lnTo>
                  <a:lnTo>
                    <a:pt x="3804" y="31789"/>
                  </a:lnTo>
                  <a:lnTo>
                    <a:pt x="3804" y="46040"/>
                  </a:lnTo>
                  <a:lnTo>
                    <a:pt x="26180" y="46040"/>
                  </a:lnTo>
                  <a:cubicBezTo>
                    <a:pt x="26180" y="46040"/>
                    <a:pt x="19667" y="70221"/>
                    <a:pt x="0" y="93499"/>
                  </a:cubicBezTo>
                  <a:lnTo>
                    <a:pt x="6771" y="109103"/>
                  </a:lnTo>
                  <a:cubicBezTo>
                    <a:pt x="21150" y="90081"/>
                    <a:pt x="26373" y="77507"/>
                    <a:pt x="28243" y="71897"/>
                  </a:cubicBezTo>
                </a:path>
              </a:pathLst>
            </a:custGeom>
            <a:solidFill>
              <a:srgbClr val="000000"/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35" name="Title Underline">
            <a:extLst>
              <a:ext uri="{FF2B5EF4-FFF2-40B4-BE49-F238E27FC236}">
                <a16:creationId xmlns:a16="http://schemas.microsoft.com/office/drawing/2014/main" id="{8115DAA5-B422-4709-AB92-2F3D08BA02CD}"/>
              </a:ext>
            </a:extLst>
          </p:cNvPr>
          <p:cNvSpPr/>
          <p:nvPr userDrawn="1"/>
        </p:nvSpPr>
        <p:spPr>
          <a:xfrm>
            <a:off x="1393216" y="3507237"/>
            <a:ext cx="6355028" cy="1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0" name="ME Logo">
            <a:extLst>
              <a:ext uri="{FF2B5EF4-FFF2-40B4-BE49-F238E27FC236}">
                <a16:creationId xmlns:a16="http://schemas.microsoft.com/office/drawing/2014/main" id="{7F9DA26F-0A86-438C-9C0E-819A1900FC3A}"/>
              </a:ext>
            </a:extLst>
          </p:cNvPr>
          <p:cNvGrpSpPr/>
          <p:nvPr userDrawn="1"/>
        </p:nvGrpSpPr>
        <p:grpSpPr>
          <a:xfrm>
            <a:off x="7934730" y="127323"/>
            <a:ext cx="1033210" cy="431118"/>
            <a:chOff x="6732027" y="127323"/>
            <a:chExt cx="1033210" cy="431118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5265F61B-312E-4CF3-9E5D-3ECBF6DED048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190C6369-F118-4DFE-BCEA-3CC09A93EF60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7A56A23B-31FB-4804-AE05-A1AD16534C32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E2787F4E-532D-4FFF-873E-56810DDBDD22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D12C96AA-8B14-49D4-B201-2F9CADED7E21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4E318BAE-50B8-4CF3-BD01-F8FB776FC53A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47CCC6E8-B589-4AA5-A404-0FB8E1D09381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298D17C0-AD45-4280-BDFC-7C14E45661E9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E132496C-7017-42FF-82A6-25A1BC8FE8D9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E7EFA4EA-D445-4EB9-84FA-29E443A040CF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D03766D0-B42F-4F7F-9A16-10F591152EA1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D2B117C7-BEC3-4AC9-9BDB-EE2F59B36C05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832D00C7-6DA4-4E31-8466-2A5E8F333FEB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CAD5A169-7AA4-4B92-95A8-A5F8EEF6BC27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FDF32508-832C-4414-B4E2-350F7E679DEC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976B0434-3771-4778-A9E6-22FD6CB7AEE9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06AA11F-C9CA-414E-A463-E85B13CE4AE7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8BB5F19C-AA6D-43ED-9380-10EDF9658DAB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715D01DB-044C-4E7F-9643-BA80BC9C69FE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9A2D5CBF-AD0F-4795-9BB7-CC41D576E5BD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2241AD6A-E46B-4A81-B514-EF8575C733EA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1D45CB05-6DF6-469F-8A1E-F60AF2DFCF0F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18165C01-5ABE-4966-9198-77909970ACC5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27DBF8BE-089A-44BD-A8D6-82EB4EB8FC3E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A7B064FA-A8A0-4E6C-8E13-529485967110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15C87664-FB5F-4F73-B2D0-FEEE0E3B2EA1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FE5BF46E-BB1E-42D5-AD8F-874872B37C6C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2AA3663D-84B8-4AEC-8A68-B3194FB8F6AE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B27DA8FE-64B2-4E42-B8D8-FA04937331A3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ADACC7EE-C778-4AD4-9AF4-CE661C49869F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9C70EA68-A3ED-4F65-AD8F-DEA216B36B56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8C7A4E1C-86F7-46DF-B465-754D74C5D2CB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9C3BE72A-EB9D-47D2-B69E-7C5F1533AD2A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E53FC89C-E3DE-4338-949A-FB4ECB7425FD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8E0BB005-6E7B-4608-95FC-40285028F685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B9C02676-0C9C-4120-830B-27660C97CE20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F001336A-6F97-4B8C-A340-938433F0EC10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B0984A49-4EE5-487F-BE1B-6CF6E989D53B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C76C88AB-98E8-4821-9C10-29FBCCAD3F94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764DC503-0561-4E2C-BDD7-E35F0809872E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962B9960-D3A2-4B0F-9A4D-E323D816884C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FD4F3F22-0414-4D95-B868-9106D64B85EF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1DD90EDE-D762-46D3-A84C-2E6116D598D9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941229" y="1754981"/>
            <a:ext cx="7264086" cy="1762371"/>
          </a:xfrm>
        </p:spPr>
        <p:txBody>
          <a:bodyPr lIns="0" rIns="0" bIns="180000" anchor="b"/>
          <a:lstStyle>
            <a:lvl1pPr algn="ctr">
              <a:defRPr sz="2800" b="1" spc="6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56" name="Subtitle 2">
            <a:extLst>
              <a:ext uri="{FF2B5EF4-FFF2-40B4-BE49-F238E27FC236}">
                <a16:creationId xmlns:a16="http://schemas.microsoft.com/office/drawing/2014/main" id="{4372BEC0-FF97-41F0-947F-09B1777D7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228" y="3517352"/>
            <a:ext cx="7266057" cy="1018648"/>
          </a:xfrm>
          <a:custGeom>
            <a:avLst/>
            <a:gdLst>
              <a:gd name="connsiteX0" fmla="*/ 0 w 7266057"/>
              <a:gd name="connsiteY0" fmla="*/ 0 h 1018648"/>
              <a:gd name="connsiteX1" fmla="*/ 451972 w 7266057"/>
              <a:gd name="connsiteY1" fmla="*/ 0 h 1018648"/>
              <a:gd name="connsiteX2" fmla="*/ 451972 w 7266057"/>
              <a:gd name="connsiteY2" fmla="*/ 5130 h 1018648"/>
              <a:gd name="connsiteX3" fmla="*/ 6805972 w 7266057"/>
              <a:gd name="connsiteY3" fmla="*/ 5130 h 1018648"/>
              <a:gd name="connsiteX4" fmla="*/ 6805972 w 7266057"/>
              <a:gd name="connsiteY4" fmla="*/ 0 h 1018648"/>
              <a:gd name="connsiteX5" fmla="*/ 7264086 w 7266057"/>
              <a:gd name="connsiteY5" fmla="*/ 0 h 1018648"/>
              <a:gd name="connsiteX6" fmla="*/ 7264086 w 7266057"/>
              <a:gd name="connsiteY6" fmla="*/ 907968 h 1018648"/>
              <a:gd name="connsiteX7" fmla="*/ 7266057 w 7266057"/>
              <a:gd name="connsiteY7" fmla="*/ 907968 h 1018648"/>
              <a:gd name="connsiteX8" fmla="*/ 7266057 w 7266057"/>
              <a:gd name="connsiteY8" fmla="*/ 1018648 h 1018648"/>
              <a:gd name="connsiteX9" fmla="*/ 1972 w 7266057"/>
              <a:gd name="connsiteY9" fmla="*/ 1018648 h 1018648"/>
              <a:gd name="connsiteX10" fmla="*/ 1972 w 7266057"/>
              <a:gd name="connsiteY10" fmla="*/ 1011600 h 1018648"/>
              <a:gd name="connsiteX11" fmla="*/ 0 w 7266057"/>
              <a:gd name="connsiteY11" fmla="*/ 1011600 h 1018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66057" h="1018648">
                <a:moveTo>
                  <a:pt x="0" y="0"/>
                </a:moveTo>
                <a:lnTo>
                  <a:pt x="451972" y="0"/>
                </a:lnTo>
                <a:lnTo>
                  <a:pt x="451972" y="5130"/>
                </a:lnTo>
                <a:lnTo>
                  <a:pt x="6805972" y="5130"/>
                </a:lnTo>
                <a:lnTo>
                  <a:pt x="6805972" y="0"/>
                </a:lnTo>
                <a:lnTo>
                  <a:pt x="7264086" y="0"/>
                </a:lnTo>
                <a:lnTo>
                  <a:pt x="7264086" y="907968"/>
                </a:lnTo>
                <a:lnTo>
                  <a:pt x="7266057" y="907968"/>
                </a:lnTo>
                <a:lnTo>
                  <a:pt x="7266057" y="1018648"/>
                </a:lnTo>
                <a:lnTo>
                  <a:pt x="1972" y="1018648"/>
                </a:lnTo>
                <a:lnTo>
                  <a:pt x="1972" y="1011600"/>
                </a:lnTo>
                <a:lnTo>
                  <a:pt x="0" y="1011600"/>
                </a:lnTo>
                <a:close/>
              </a:path>
            </a:pathLst>
          </a:custGeom>
          <a:noFill/>
        </p:spPr>
        <p:txBody>
          <a:bodyPr wrap="square" lIns="0" tIns="187200" rIns="0" bIns="0">
            <a:noAutofit/>
          </a:bodyPr>
          <a:lstStyle>
            <a:lvl1pPr marL="0" indent="0" algn="ctr">
              <a:buNone/>
              <a:defRPr sz="1050" b="1" spc="2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57" name="Date Placeholder 3">
            <a:extLst>
              <a:ext uri="{FF2B5EF4-FFF2-40B4-BE49-F238E27FC236}">
                <a16:creationId xmlns:a16="http://schemas.microsoft.com/office/drawing/2014/main" id="{E7051F89-0E23-47FE-B01D-29446659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1228" y="4536000"/>
            <a:ext cx="7266056" cy="741599"/>
          </a:xfrm>
          <a:custGeom>
            <a:avLst/>
            <a:gdLst>
              <a:gd name="connsiteX0" fmla="*/ 0 w 7266056"/>
              <a:gd name="connsiteY0" fmla="*/ 0 h 741599"/>
              <a:gd name="connsiteX1" fmla="*/ 7266056 w 7266056"/>
              <a:gd name="connsiteY1" fmla="*/ 0 h 741599"/>
              <a:gd name="connsiteX2" fmla="*/ 7266056 w 7266056"/>
              <a:gd name="connsiteY2" fmla="*/ 58148 h 741599"/>
              <a:gd name="connsiteX3" fmla="*/ 7264085 w 7266056"/>
              <a:gd name="connsiteY3" fmla="*/ 58148 h 741599"/>
              <a:gd name="connsiteX4" fmla="*/ 7264085 w 7266056"/>
              <a:gd name="connsiteY4" fmla="*/ 741599 h 741599"/>
              <a:gd name="connsiteX5" fmla="*/ 0 w 7266056"/>
              <a:gd name="connsiteY5" fmla="*/ 741599 h 741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66056" h="741599">
                <a:moveTo>
                  <a:pt x="0" y="0"/>
                </a:moveTo>
                <a:lnTo>
                  <a:pt x="7266056" y="0"/>
                </a:lnTo>
                <a:lnTo>
                  <a:pt x="7266056" y="58148"/>
                </a:lnTo>
                <a:lnTo>
                  <a:pt x="7264085" y="58148"/>
                </a:lnTo>
                <a:lnTo>
                  <a:pt x="7264085" y="741599"/>
                </a:lnTo>
                <a:lnTo>
                  <a:pt x="0" y="741599"/>
                </a:lnTo>
                <a:close/>
              </a:path>
            </a:pathLst>
          </a:custGeom>
          <a:noFill/>
        </p:spPr>
        <p:txBody>
          <a:bodyPr wrap="square" bIns="435600" anchor="b" anchorCtr="1">
            <a:noAutofit/>
          </a:bodyPr>
          <a:lstStyle>
            <a:lvl1pPr algn="ctr">
              <a:defRPr sz="900" b="1" spc="25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endParaRPr lang="ja-JP" alt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8F35024-51B2-4B5B-B5A8-597E1773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844FD2-419B-4113-A757-D6CF7DC1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9D18-5CEC-4165-B971-DC4DA761F26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0191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ayout_1_Title_And_Bullete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642" y="1056388"/>
            <a:ext cx="8280716" cy="5433659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lang="ja-JP" altLang="en-US" sz="1600" smtClean="0"/>
            </a:lvl1pPr>
            <a:lvl2pPr>
              <a:lnSpc>
                <a:spcPct val="130000"/>
              </a:lnSpc>
              <a:defRPr lang="ja-JP" altLang="en-US" sz="1400" smtClean="0"/>
            </a:lvl2pPr>
            <a:lvl3pPr>
              <a:lnSpc>
                <a:spcPct val="130000"/>
              </a:lnSpc>
              <a:defRPr lang="ja-JP" altLang="en-US" sz="1200" smtClean="0"/>
            </a:lvl3pPr>
            <a:lvl4pPr>
              <a:lnSpc>
                <a:spcPct val="130000"/>
              </a:lnSpc>
              <a:defRPr lang="ja-JP" altLang="en-US" sz="1100" smtClean="0"/>
            </a:lvl4pPr>
            <a:lvl5pPr>
              <a:lnSpc>
                <a:spcPct val="130000"/>
              </a:lnSpc>
              <a:defRPr lang="en-US" sz="1100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12" name="Section Numb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-1"/>
            <a:ext cx="1175657" cy="6912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2800" b="1" spc="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en-US" altLang="ja-JP"/>
              <a:t>#</a:t>
            </a:r>
            <a:endParaRPr kumimoji="1" lang="ja-JP" altLang="en-US"/>
          </a:p>
        </p:txBody>
      </p:sp>
      <p:sp>
        <p:nvSpPr>
          <p:cNvPr id="33" name="Section Title Placeholder">
            <a:extLst>
              <a:ext uri="{FF2B5EF4-FFF2-40B4-BE49-F238E27FC236}">
                <a16:creationId xmlns:a16="http://schemas.microsoft.com/office/drawing/2014/main" id="{65285717-CA89-4E25-B366-4A3122936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4595" y="6541200"/>
            <a:ext cx="2974148" cy="266937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30000"/>
              </a:lnSpc>
              <a:buNone/>
              <a:defRPr sz="1000" b="0" spc="300">
                <a:solidFill>
                  <a:srgbClr val="666666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セクション名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endParaRPr lang="ja-JP" altLang="en-US" sz="5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8569602" y="6541200"/>
            <a:ext cx="412279" cy="2669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8E309D18-5CEC-4165-B971-DC4DA761F26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7449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Layout_11_Blank_With_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 Number Placeholder">
            <a:extLst>
              <a:ext uri="{FF2B5EF4-FFF2-40B4-BE49-F238E27FC236}">
                <a16:creationId xmlns:a16="http://schemas.microsoft.com/office/drawing/2014/main" id="{A3644B56-D182-457B-940B-A615135FB3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-1"/>
            <a:ext cx="1175657" cy="6912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30000"/>
              </a:lnSpc>
              <a:buNone/>
              <a:defRPr sz="2800" b="1" spc="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en-US" altLang="ja-JP"/>
              <a:t>#</a:t>
            </a:r>
            <a:endParaRPr kumimoji="1" lang="ja-JP" altLang="en-US"/>
          </a:p>
        </p:txBody>
      </p:sp>
      <p:sp>
        <p:nvSpPr>
          <p:cNvPr id="14" name="Section Title Placeholder">
            <a:extLst>
              <a:ext uri="{FF2B5EF4-FFF2-40B4-BE49-F238E27FC236}">
                <a16:creationId xmlns:a16="http://schemas.microsoft.com/office/drawing/2014/main" id="{DF2AB4AF-1009-4D44-A114-2309EF2C55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4595" y="6541200"/>
            <a:ext cx="2974148" cy="266937"/>
          </a:xfr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30000"/>
              </a:lnSpc>
              <a:buNone/>
              <a:defRPr sz="1000" b="0" spc="300">
                <a:solidFill>
                  <a:srgbClr val="666666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セクション名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2B042898-B2BB-4F5F-AA4D-739E386EF11B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90499" y="6552000"/>
            <a:ext cx="957262" cy="107465"/>
          </a:xfrm>
        </p:spPr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endParaRPr lang="ja-JP" altLang="en-US" sz="500" dirty="0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ED04B39-944E-47BC-89AE-78A0CCE1B9D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813561" y="6541200"/>
            <a:ext cx="2758440" cy="266936"/>
          </a:xfrm>
        </p:spPr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685573D-9CBD-4355-A528-7A8A197F249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569602" y="6541200"/>
            <a:ext cx="412279" cy="2669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8E309D18-5CEC-4165-B971-DC4DA761F26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2795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ME Logo">
            <a:extLst>
              <a:ext uri="{FF2B5EF4-FFF2-40B4-BE49-F238E27FC236}">
                <a16:creationId xmlns:a16="http://schemas.microsoft.com/office/drawing/2014/main" id="{82ABC0B8-4912-481B-A203-E6227FD96E34}"/>
              </a:ext>
            </a:extLst>
          </p:cNvPr>
          <p:cNvGrpSpPr/>
          <p:nvPr userDrawn="1"/>
        </p:nvGrpSpPr>
        <p:grpSpPr>
          <a:xfrm>
            <a:off x="1371601" y="1866900"/>
            <a:ext cx="6400800" cy="2670804"/>
            <a:chOff x="6732027" y="127323"/>
            <a:chExt cx="1033210" cy="431118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3C22B43-7978-439D-976F-94658605B118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F3BB93A6-2975-49C6-BB2E-2C7F6A0B8414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0BCCFD52-8513-4A86-AC71-35B2D061C140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144F2C8F-426C-480F-B8E4-40C2205E27F6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B2955152-1B8B-4C24-AD26-1186214CFDF9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F2324461-B3A3-4EF1-8925-F7E4C13CBF47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5852CD94-8D7A-4C14-A39E-08E0E1F87F66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7CA9FB25-6A47-41D3-B03C-99AE223F97F7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FBF83F8-6DF8-4283-873B-2BAABEB8EEB4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B62891FF-CF9B-49FC-B7C8-5FA79AFD8368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A6CED76-9CDE-4129-9CCC-6A04ECF76702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912AF8A-818B-46F9-A860-46B8B685313B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F3D95695-5862-41D2-87EB-307B0EA1393F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45D7C60D-189F-4318-A2BB-472F72370D91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B82A6419-524C-48CC-A258-C523FDEF4AAE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F2945B0-42AC-470A-BB23-9729FFDE1BF8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5D135595-F5B7-443E-B0BE-C04E8B966E5F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62CC7B10-BD11-4F99-AC14-ABB02D7B93E0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F427C4B3-70F7-46E9-8248-964786FDE17C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F422B16B-E1E8-4C28-A8C2-902073264BC8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2DE8B44-68FF-4407-9D3E-4C2497243860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4467CD62-7306-4F49-A269-3F7F3BA03E86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E6F89199-9A7F-4435-B48F-6957CB5685E5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47DB637-0F22-4449-B616-81E8197BE43D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095B0EC4-16B6-4762-BCDD-D643DD5F98DE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75E3FA85-16C3-440E-81B9-E22FD34EF256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638CB4D9-EBFF-4883-90DB-DCD5C5B29F93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45613FBA-0296-4DD7-A4AC-9E2C0A479AE4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5D35A264-09FF-4259-85A8-D3081A71B4AB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4C3BA1EF-8758-41A6-8765-BDAAF5C0AF05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825592F-236D-4EA6-8FB4-85CEB7736C05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C5AC594D-6A64-4882-98F7-4E279DD3AA49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D4470065-9061-4832-BCC2-DA91290ECAFD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A642E22-211B-4002-B399-8961BB1B78CD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C1AF5608-D492-4045-9B5D-F94C9CB775B4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7C57DDB7-B1BD-4C75-BA0B-FA26A9533BB3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E31A2949-3B0F-4F4F-A127-817D14E8C0FB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B0F9100-B8CD-4C6C-9DA7-B5FBC2211818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DCD920F2-3AC3-44CC-88BC-442631FA1326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D500EDAA-B93F-4585-A5C8-553D7EB36D99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DB6D1FC3-C4F0-4B42-A60A-0C3FFF4062C8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DB784C20-18F6-49C8-A925-3069B9B09E19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78DCEA84-C416-4DA8-920B-E591F17920DD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250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Divider">
            <a:extLst>
              <a:ext uri="{FF2B5EF4-FFF2-40B4-BE49-F238E27FC236}">
                <a16:creationId xmlns:a16="http://schemas.microsoft.com/office/drawing/2014/main" id="{5778F8EB-C54D-459E-B1FE-5654AB5661C1}"/>
              </a:ext>
            </a:extLst>
          </p:cNvPr>
          <p:cNvSpPr/>
          <p:nvPr userDrawn="1"/>
        </p:nvSpPr>
        <p:spPr>
          <a:xfrm>
            <a:off x="8558802" y="6588000"/>
            <a:ext cx="10800" cy="27053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A2F1695F-02A6-46F3-AB3F-7B14C08A16E6}"/>
              </a:ext>
            </a:extLst>
          </p:cNvPr>
          <p:cNvSpPr txBox="1"/>
          <p:nvPr userDrawn="1"/>
        </p:nvSpPr>
        <p:spPr>
          <a:xfrm>
            <a:off x="180975" y="6645600"/>
            <a:ext cx="1292225" cy="1074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ja-JP" sz="600" dirty="0">
                <a:solidFill>
                  <a:srgbClr val="666666"/>
                </a:solidFill>
              </a:rPr>
              <a:t>©Mitsubishi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Electric</a:t>
            </a:r>
            <a:r>
              <a:rPr kumimoji="1" lang="ja-JP" altLang="en-US" sz="600" dirty="0">
                <a:solidFill>
                  <a:srgbClr val="666666"/>
                </a:solidFill>
              </a:rPr>
              <a:t> </a:t>
            </a:r>
            <a:r>
              <a:rPr kumimoji="1" lang="en-US" altLang="ja-JP" sz="600" dirty="0">
                <a:solidFill>
                  <a:srgbClr val="666666"/>
                </a:solidFill>
              </a:rPr>
              <a:t>Corporation</a:t>
            </a:r>
            <a:endParaRPr kumimoji="1" lang="ja-JP" altLang="en-US" sz="600" dirty="0">
              <a:solidFill>
                <a:srgbClr val="666666"/>
              </a:solidFill>
            </a:endParaRPr>
          </a:p>
        </p:txBody>
      </p:sp>
      <p:cxnSp>
        <p:nvCxnSpPr>
          <p:cNvPr id="13" name="Header Divider"/>
          <p:cNvCxnSpPr/>
          <p:nvPr userDrawn="1"/>
        </p:nvCxnSpPr>
        <p:spPr>
          <a:xfrm>
            <a:off x="0" y="689613"/>
            <a:ext cx="9144000" cy="0"/>
          </a:xfrm>
          <a:prstGeom prst="line">
            <a:avLst/>
          </a:prstGeom>
          <a:ln w="19050">
            <a:solidFill>
              <a:srgbClr val="E1E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ction Number Background"/>
          <p:cNvSpPr>
            <a:spLocks noChangeAspect="1"/>
          </p:cNvSpPr>
          <p:nvPr userDrawn="1"/>
        </p:nvSpPr>
        <p:spPr>
          <a:xfrm>
            <a:off x="0" y="-1036"/>
            <a:ext cx="1177848" cy="6894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1" name="ME Logo">
            <a:extLst>
              <a:ext uri="{FF2B5EF4-FFF2-40B4-BE49-F238E27FC236}">
                <a16:creationId xmlns:a16="http://schemas.microsoft.com/office/drawing/2014/main" id="{BEFE0D8D-4CBA-4BB0-BBC8-3A53B9FE5339}"/>
              </a:ext>
            </a:extLst>
          </p:cNvPr>
          <p:cNvGrpSpPr/>
          <p:nvPr userDrawn="1"/>
        </p:nvGrpSpPr>
        <p:grpSpPr>
          <a:xfrm>
            <a:off x="7934730" y="127323"/>
            <a:ext cx="1033210" cy="431118"/>
            <a:chOff x="6732027" y="127323"/>
            <a:chExt cx="1033210" cy="431118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9C58B26-A92E-45FD-977B-7D4B00CD5C37}"/>
                </a:ext>
              </a:extLst>
            </p:cNvPr>
            <p:cNvGrpSpPr/>
            <p:nvPr userDrawn="1"/>
          </p:nvGrpSpPr>
          <p:grpSpPr>
            <a:xfrm>
              <a:off x="6732779" y="465257"/>
              <a:ext cx="1032458" cy="93184"/>
              <a:chOff x="6732779" y="465257"/>
              <a:chExt cx="1032458" cy="93184"/>
            </a:xfrm>
          </p:grpSpPr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2C90A1F7-6948-47D9-AF1A-A484652D91EC}"/>
                  </a:ext>
                </a:extLst>
              </p:cNvPr>
              <p:cNvSpPr/>
              <p:nvPr/>
            </p:nvSpPr>
            <p:spPr>
              <a:xfrm>
                <a:off x="6863311" y="495192"/>
                <a:ext cx="54785" cy="47186"/>
              </a:xfrm>
              <a:custGeom>
                <a:avLst/>
                <a:gdLst>
                  <a:gd name="connsiteX0" fmla="*/ 34693 w 54785"/>
                  <a:gd name="connsiteY0" fmla="*/ 15339 h 47186"/>
                  <a:gd name="connsiteX1" fmla="*/ 27228 w 54785"/>
                  <a:gd name="connsiteY1" fmla="*/ 25292 h 47186"/>
                  <a:gd name="connsiteX2" fmla="*/ 17535 w 54785"/>
                  <a:gd name="connsiteY2" fmla="*/ 33649 h 47186"/>
                  <a:gd name="connsiteX3" fmla="*/ 16049 w 54785"/>
                  <a:gd name="connsiteY3" fmla="*/ 31049 h 47186"/>
                  <a:gd name="connsiteX4" fmla="*/ 20692 w 54785"/>
                  <a:gd name="connsiteY4" fmla="*/ 17604 h 47186"/>
                  <a:gd name="connsiteX5" fmla="*/ 31165 w 54785"/>
                  <a:gd name="connsiteY5" fmla="*/ 9322 h 47186"/>
                  <a:gd name="connsiteX6" fmla="*/ 35993 w 54785"/>
                  <a:gd name="connsiteY6" fmla="*/ 10789 h 47186"/>
                  <a:gd name="connsiteX7" fmla="*/ 34693 w 54785"/>
                  <a:gd name="connsiteY7" fmla="*/ 15339 h 47186"/>
                  <a:gd name="connsiteX8" fmla="*/ 44053 w 54785"/>
                  <a:gd name="connsiteY8" fmla="*/ 74 h 47186"/>
                  <a:gd name="connsiteX9" fmla="*/ 32595 w 54785"/>
                  <a:gd name="connsiteY9" fmla="*/ 241 h 47186"/>
                  <a:gd name="connsiteX10" fmla="*/ 11072 w 54785"/>
                  <a:gd name="connsiteY10" fmla="*/ 12330 h 47186"/>
                  <a:gd name="connsiteX11" fmla="*/ 79 w 54785"/>
                  <a:gd name="connsiteY11" fmla="*/ 35301 h 47186"/>
                  <a:gd name="connsiteX12" fmla="*/ 1955 w 54785"/>
                  <a:gd name="connsiteY12" fmla="*/ 43472 h 47186"/>
                  <a:gd name="connsiteX13" fmla="*/ 8918 w 54785"/>
                  <a:gd name="connsiteY13" fmla="*/ 47186 h 47186"/>
                  <a:gd name="connsiteX14" fmla="*/ 22029 w 54785"/>
                  <a:gd name="connsiteY14" fmla="*/ 40055 h 47186"/>
                  <a:gd name="connsiteX15" fmla="*/ 31276 w 54785"/>
                  <a:gd name="connsiteY15" fmla="*/ 27131 h 47186"/>
                  <a:gd name="connsiteX16" fmla="*/ 32279 w 54785"/>
                  <a:gd name="connsiteY16" fmla="*/ 27131 h 47186"/>
                  <a:gd name="connsiteX17" fmla="*/ 25835 w 54785"/>
                  <a:gd name="connsiteY17" fmla="*/ 46146 h 47186"/>
                  <a:gd name="connsiteX18" fmla="*/ 41323 w 54785"/>
                  <a:gd name="connsiteY18" fmla="*/ 46146 h 47186"/>
                  <a:gd name="connsiteX19" fmla="*/ 54786 w 54785"/>
                  <a:gd name="connsiteY19" fmla="*/ 0 h 47186"/>
                  <a:gd name="connsiteX20" fmla="*/ 44053 w 54785"/>
                  <a:gd name="connsiteY20" fmla="*/ 74 h 47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785" h="47186">
                    <a:moveTo>
                      <a:pt x="34693" y="15339"/>
                    </a:moveTo>
                    <a:cubicBezTo>
                      <a:pt x="34192" y="16769"/>
                      <a:pt x="31722" y="20093"/>
                      <a:pt x="27228" y="25292"/>
                    </a:cubicBezTo>
                    <a:cubicBezTo>
                      <a:pt x="22400" y="30863"/>
                      <a:pt x="19169" y="33649"/>
                      <a:pt x="17535" y="33649"/>
                    </a:cubicBezTo>
                    <a:cubicBezTo>
                      <a:pt x="16365" y="33649"/>
                      <a:pt x="15863" y="32776"/>
                      <a:pt x="16049" y="31049"/>
                    </a:cubicBezTo>
                    <a:cubicBezTo>
                      <a:pt x="16439" y="26759"/>
                      <a:pt x="17999" y="22284"/>
                      <a:pt x="20692" y="17604"/>
                    </a:cubicBezTo>
                    <a:cubicBezTo>
                      <a:pt x="23923" y="12070"/>
                      <a:pt x="27414" y="9322"/>
                      <a:pt x="31165" y="9322"/>
                    </a:cubicBezTo>
                    <a:cubicBezTo>
                      <a:pt x="32743" y="9322"/>
                      <a:pt x="34359" y="9805"/>
                      <a:pt x="35993" y="10789"/>
                    </a:cubicBezTo>
                    <a:lnTo>
                      <a:pt x="34693" y="15339"/>
                    </a:lnTo>
                    <a:close/>
                    <a:moveTo>
                      <a:pt x="44053" y="74"/>
                    </a:moveTo>
                    <a:cubicBezTo>
                      <a:pt x="39206" y="-37"/>
                      <a:pt x="34990" y="241"/>
                      <a:pt x="32595" y="241"/>
                    </a:cubicBezTo>
                    <a:cubicBezTo>
                      <a:pt x="25204" y="241"/>
                      <a:pt x="18018" y="4290"/>
                      <a:pt x="11072" y="12330"/>
                    </a:cubicBezTo>
                    <a:cubicBezTo>
                      <a:pt x="4462" y="19944"/>
                      <a:pt x="822" y="27576"/>
                      <a:pt x="79" y="35301"/>
                    </a:cubicBezTo>
                    <a:cubicBezTo>
                      <a:pt x="-237" y="38421"/>
                      <a:pt x="395" y="41132"/>
                      <a:pt x="1955" y="43472"/>
                    </a:cubicBezTo>
                    <a:cubicBezTo>
                      <a:pt x="3644" y="45923"/>
                      <a:pt x="5947" y="47186"/>
                      <a:pt x="8918" y="47186"/>
                    </a:cubicBezTo>
                    <a:cubicBezTo>
                      <a:pt x="13022" y="47186"/>
                      <a:pt x="17386" y="44791"/>
                      <a:pt x="22029" y="40055"/>
                    </a:cubicBezTo>
                    <a:cubicBezTo>
                      <a:pt x="25650" y="36304"/>
                      <a:pt x="28751" y="31996"/>
                      <a:pt x="31276" y="27131"/>
                    </a:cubicBezTo>
                    <a:lnTo>
                      <a:pt x="32279" y="27131"/>
                    </a:lnTo>
                    <a:lnTo>
                      <a:pt x="25835" y="46146"/>
                    </a:lnTo>
                    <a:lnTo>
                      <a:pt x="41323" y="46146"/>
                    </a:lnTo>
                    <a:lnTo>
                      <a:pt x="54786" y="0"/>
                    </a:lnTo>
                    <a:cubicBezTo>
                      <a:pt x="52279" y="0"/>
                      <a:pt x="49122" y="186"/>
                      <a:pt x="44053" y="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BB6B3C4-F794-45D4-8B86-196B0C4F4B23}"/>
                  </a:ext>
                </a:extLst>
              </p:cNvPr>
              <p:cNvSpPr/>
              <p:nvPr/>
            </p:nvSpPr>
            <p:spPr>
              <a:xfrm>
                <a:off x="6968477" y="495217"/>
                <a:ext cx="57529" cy="63224"/>
              </a:xfrm>
              <a:custGeom>
                <a:avLst/>
                <a:gdLst>
                  <a:gd name="connsiteX0" fmla="*/ 37548 w 57529"/>
                  <a:gd name="connsiteY0" fmla="*/ 15258 h 63224"/>
                  <a:gd name="connsiteX1" fmla="*/ 30046 w 57529"/>
                  <a:gd name="connsiteY1" fmla="*/ 25268 h 63224"/>
                  <a:gd name="connsiteX2" fmla="*/ 20910 w 57529"/>
                  <a:gd name="connsiteY2" fmla="*/ 32696 h 63224"/>
                  <a:gd name="connsiteX3" fmla="*/ 19796 w 57529"/>
                  <a:gd name="connsiteY3" fmla="*/ 30040 h 63224"/>
                  <a:gd name="connsiteX4" fmla="*/ 24289 w 57529"/>
                  <a:gd name="connsiteY4" fmla="*/ 17190 h 63224"/>
                  <a:gd name="connsiteX5" fmla="*/ 34187 w 57529"/>
                  <a:gd name="connsiteY5" fmla="*/ 9298 h 63224"/>
                  <a:gd name="connsiteX6" fmla="*/ 38904 w 57529"/>
                  <a:gd name="connsiteY6" fmla="*/ 10505 h 63224"/>
                  <a:gd name="connsiteX7" fmla="*/ 37548 w 57529"/>
                  <a:gd name="connsiteY7" fmla="*/ 15258 h 63224"/>
                  <a:gd name="connsiteX8" fmla="*/ 46740 w 57529"/>
                  <a:gd name="connsiteY8" fmla="*/ 13 h 63224"/>
                  <a:gd name="connsiteX9" fmla="*/ 36286 w 57529"/>
                  <a:gd name="connsiteY9" fmla="*/ 217 h 63224"/>
                  <a:gd name="connsiteX10" fmla="*/ 14800 w 57529"/>
                  <a:gd name="connsiteY10" fmla="*/ 11507 h 63224"/>
                  <a:gd name="connsiteX11" fmla="*/ 3807 w 57529"/>
                  <a:gd name="connsiteY11" fmla="*/ 34033 h 63224"/>
                  <a:gd name="connsiteX12" fmla="*/ 5701 w 57529"/>
                  <a:gd name="connsiteY12" fmla="*/ 42222 h 63224"/>
                  <a:gd name="connsiteX13" fmla="*/ 12962 w 57529"/>
                  <a:gd name="connsiteY13" fmla="*/ 45769 h 63224"/>
                  <a:gd name="connsiteX14" fmla="*/ 34261 w 57529"/>
                  <a:gd name="connsiteY14" fmla="*/ 27162 h 63224"/>
                  <a:gd name="connsiteX15" fmla="*/ 36118 w 57529"/>
                  <a:gd name="connsiteY15" fmla="*/ 27162 h 63224"/>
                  <a:gd name="connsiteX16" fmla="*/ 32850 w 57529"/>
                  <a:gd name="connsiteY16" fmla="*/ 37747 h 63224"/>
                  <a:gd name="connsiteX17" fmla="*/ 27725 w 57529"/>
                  <a:gd name="connsiteY17" fmla="*/ 49019 h 63224"/>
                  <a:gd name="connsiteX18" fmla="*/ 18737 w 57529"/>
                  <a:gd name="connsiteY18" fmla="*/ 54237 h 63224"/>
                  <a:gd name="connsiteX19" fmla="*/ 0 w 57529"/>
                  <a:gd name="connsiteY19" fmla="*/ 48666 h 63224"/>
                  <a:gd name="connsiteX20" fmla="*/ 1188 w 57529"/>
                  <a:gd name="connsiteY20" fmla="*/ 61962 h 63224"/>
                  <a:gd name="connsiteX21" fmla="*/ 15543 w 57529"/>
                  <a:gd name="connsiteY21" fmla="*/ 63225 h 63224"/>
                  <a:gd name="connsiteX22" fmla="*/ 45459 w 57529"/>
                  <a:gd name="connsiteY22" fmla="*/ 43150 h 63224"/>
                  <a:gd name="connsiteX23" fmla="*/ 57530 w 57529"/>
                  <a:gd name="connsiteY23" fmla="*/ 13 h 63224"/>
                  <a:gd name="connsiteX24" fmla="*/ 46740 w 57529"/>
                  <a:gd name="connsiteY24" fmla="*/ 13 h 6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529" h="63224">
                    <a:moveTo>
                      <a:pt x="37548" y="15258"/>
                    </a:moveTo>
                    <a:cubicBezTo>
                      <a:pt x="37010" y="17115"/>
                      <a:pt x="34503" y="20458"/>
                      <a:pt x="30046" y="25268"/>
                    </a:cubicBezTo>
                    <a:cubicBezTo>
                      <a:pt x="25478" y="30207"/>
                      <a:pt x="22432" y="32696"/>
                      <a:pt x="20910" y="32696"/>
                    </a:cubicBezTo>
                    <a:cubicBezTo>
                      <a:pt x="20000" y="32696"/>
                      <a:pt x="19591" y="31804"/>
                      <a:pt x="19796" y="30040"/>
                    </a:cubicBezTo>
                    <a:cubicBezTo>
                      <a:pt x="20185" y="25955"/>
                      <a:pt x="21671" y="21665"/>
                      <a:pt x="24289" y="17190"/>
                    </a:cubicBezTo>
                    <a:cubicBezTo>
                      <a:pt x="27335" y="11934"/>
                      <a:pt x="30640" y="9298"/>
                      <a:pt x="34187" y="9298"/>
                    </a:cubicBezTo>
                    <a:cubicBezTo>
                      <a:pt x="35877" y="9298"/>
                      <a:pt x="37437" y="9688"/>
                      <a:pt x="38904" y="10505"/>
                    </a:cubicBezTo>
                    <a:lnTo>
                      <a:pt x="37548" y="15258"/>
                    </a:lnTo>
                    <a:close/>
                    <a:moveTo>
                      <a:pt x="46740" y="13"/>
                    </a:moveTo>
                    <a:cubicBezTo>
                      <a:pt x="42098" y="-62"/>
                      <a:pt x="36286" y="217"/>
                      <a:pt x="36286" y="217"/>
                    </a:cubicBezTo>
                    <a:cubicBezTo>
                      <a:pt x="28820" y="217"/>
                      <a:pt x="21653" y="3987"/>
                      <a:pt x="14800" y="11507"/>
                    </a:cubicBezTo>
                    <a:cubicBezTo>
                      <a:pt x="8226" y="18694"/>
                      <a:pt x="4587" y="26233"/>
                      <a:pt x="3807" y="34033"/>
                    </a:cubicBezTo>
                    <a:cubicBezTo>
                      <a:pt x="3510" y="37338"/>
                      <a:pt x="4123" y="40049"/>
                      <a:pt x="5701" y="42222"/>
                    </a:cubicBezTo>
                    <a:cubicBezTo>
                      <a:pt x="7391" y="44580"/>
                      <a:pt x="9805" y="45769"/>
                      <a:pt x="12962" y="45769"/>
                    </a:cubicBezTo>
                    <a:cubicBezTo>
                      <a:pt x="20557" y="45769"/>
                      <a:pt x="27613" y="39566"/>
                      <a:pt x="34261" y="27162"/>
                    </a:cubicBezTo>
                    <a:lnTo>
                      <a:pt x="36118" y="27162"/>
                    </a:lnTo>
                    <a:cubicBezTo>
                      <a:pt x="35041" y="30690"/>
                      <a:pt x="33964" y="34218"/>
                      <a:pt x="32850" y="37747"/>
                    </a:cubicBezTo>
                    <a:cubicBezTo>
                      <a:pt x="31253" y="42742"/>
                      <a:pt x="29545" y="46493"/>
                      <a:pt x="27725" y="49019"/>
                    </a:cubicBezTo>
                    <a:cubicBezTo>
                      <a:pt x="25218" y="52491"/>
                      <a:pt x="22228" y="54237"/>
                      <a:pt x="18737" y="54237"/>
                    </a:cubicBezTo>
                    <a:cubicBezTo>
                      <a:pt x="13500" y="54237"/>
                      <a:pt x="7242" y="52398"/>
                      <a:pt x="0" y="48666"/>
                    </a:cubicBezTo>
                    <a:lnTo>
                      <a:pt x="1188" y="61962"/>
                    </a:lnTo>
                    <a:cubicBezTo>
                      <a:pt x="5032" y="62816"/>
                      <a:pt x="9842" y="63225"/>
                      <a:pt x="15543" y="63225"/>
                    </a:cubicBezTo>
                    <a:cubicBezTo>
                      <a:pt x="31792" y="63225"/>
                      <a:pt x="41764" y="56521"/>
                      <a:pt x="45459" y="43150"/>
                    </a:cubicBezTo>
                    <a:lnTo>
                      <a:pt x="57530" y="13"/>
                    </a:lnTo>
                    <a:cubicBezTo>
                      <a:pt x="55171" y="13"/>
                      <a:pt x="51513" y="87"/>
                      <a:pt x="46740" y="13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6449EDEF-7790-4316-9989-7F4412FE4CE2}"/>
                  </a:ext>
                </a:extLst>
              </p:cNvPr>
              <p:cNvSpPr/>
              <p:nvPr/>
            </p:nvSpPr>
            <p:spPr>
              <a:xfrm>
                <a:off x="7026336" y="495266"/>
                <a:ext cx="45256" cy="47130"/>
              </a:xfrm>
              <a:custGeom>
                <a:avLst/>
                <a:gdLst>
                  <a:gd name="connsiteX0" fmla="*/ 17666 w 45256"/>
                  <a:gd name="connsiteY0" fmla="*/ 21745 h 47130"/>
                  <a:gd name="connsiteX1" fmla="*/ 21361 w 45256"/>
                  <a:gd name="connsiteY1" fmla="*/ 14299 h 47130"/>
                  <a:gd name="connsiteX2" fmla="*/ 27990 w 45256"/>
                  <a:gd name="connsiteY2" fmla="*/ 10065 h 47130"/>
                  <a:gd name="connsiteX3" fmla="*/ 30887 w 45256"/>
                  <a:gd name="connsiteY3" fmla="*/ 13426 h 47130"/>
                  <a:gd name="connsiteX4" fmla="*/ 17666 w 45256"/>
                  <a:gd name="connsiteY4" fmla="*/ 21745 h 47130"/>
                  <a:gd name="connsiteX5" fmla="*/ 23069 w 45256"/>
                  <a:gd name="connsiteY5" fmla="*/ 37585 h 47130"/>
                  <a:gd name="connsiteX6" fmla="*/ 15790 w 45256"/>
                  <a:gd name="connsiteY6" fmla="*/ 30752 h 47130"/>
                  <a:gd name="connsiteX7" fmla="*/ 34230 w 45256"/>
                  <a:gd name="connsiteY7" fmla="*/ 25366 h 47130"/>
                  <a:gd name="connsiteX8" fmla="*/ 45205 w 45256"/>
                  <a:gd name="connsiteY8" fmla="*/ 10102 h 47130"/>
                  <a:gd name="connsiteX9" fmla="*/ 42215 w 45256"/>
                  <a:gd name="connsiteY9" fmla="*/ 2563 h 47130"/>
                  <a:gd name="connsiteX10" fmla="*/ 34304 w 45256"/>
                  <a:gd name="connsiteY10" fmla="*/ 0 h 47130"/>
                  <a:gd name="connsiteX11" fmla="*/ 11593 w 45256"/>
                  <a:gd name="connsiteY11" fmla="*/ 9619 h 47130"/>
                  <a:gd name="connsiteX12" fmla="*/ 80 w 45256"/>
                  <a:gd name="connsiteY12" fmla="*/ 32033 h 47130"/>
                  <a:gd name="connsiteX13" fmla="*/ 4797 w 45256"/>
                  <a:gd name="connsiteY13" fmla="*/ 43472 h 47130"/>
                  <a:gd name="connsiteX14" fmla="*/ 17053 w 45256"/>
                  <a:gd name="connsiteY14" fmla="*/ 47130 h 47130"/>
                  <a:gd name="connsiteX15" fmla="*/ 40469 w 45256"/>
                  <a:gd name="connsiteY15" fmla="*/ 42172 h 47130"/>
                  <a:gd name="connsiteX16" fmla="*/ 43738 w 45256"/>
                  <a:gd name="connsiteY16" fmla="*/ 30993 h 47130"/>
                  <a:gd name="connsiteX17" fmla="*/ 23069 w 45256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56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61" y="14299"/>
                    </a:cubicBezTo>
                    <a:cubicBezTo>
                      <a:pt x="23459" y="11495"/>
                      <a:pt x="25669" y="10065"/>
                      <a:pt x="27990" y="10065"/>
                    </a:cubicBezTo>
                    <a:cubicBezTo>
                      <a:pt x="30126" y="10065"/>
                      <a:pt x="31110" y="11161"/>
                      <a:pt x="30887" y="13426"/>
                    </a:cubicBezTo>
                    <a:cubicBezTo>
                      <a:pt x="30367" y="18997"/>
                      <a:pt x="25966" y="21745"/>
                      <a:pt x="17666" y="21745"/>
                    </a:cubicBezTo>
                    <a:moveTo>
                      <a:pt x="23069" y="37585"/>
                    </a:moveTo>
                    <a:cubicBezTo>
                      <a:pt x="17851" y="37585"/>
                      <a:pt x="15419" y="35301"/>
                      <a:pt x="15790" y="30752"/>
                    </a:cubicBezTo>
                    <a:cubicBezTo>
                      <a:pt x="22122" y="30752"/>
                      <a:pt x="28269" y="28950"/>
                      <a:pt x="34230" y="25366"/>
                    </a:cubicBezTo>
                    <a:cubicBezTo>
                      <a:pt x="40971" y="21244"/>
                      <a:pt x="44610" y="16174"/>
                      <a:pt x="45205" y="10102"/>
                    </a:cubicBezTo>
                    <a:cubicBezTo>
                      <a:pt x="45502" y="6927"/>
                      <a:pt x="44518" y="4457"/>
                      <a:pt x="42215" y="2563"/>
                    </a:cubicBezTo>
                    <a:cubicBezTo>
                      <a:pt x="40079" y="836"/>
                      <a:pt x="37461" y="0"/>
                      <a:pt x="34304" y="0"/>
                    </a:cubicBezTo>
                    <a:cubicBezTo>
                      <a:pt x="26022" y="0"/>
                      <a:pt x="18445" y="3194"/>
                      <a:pt x="11593" y="9619"/>
                    </a:cubicBezTo>
                    <a:cubicBezTo>
                      <a:pt x="4759" y="16026"/>
                      <a:pt x="915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02" y="47130"/>
                      <a:pt x="17053" y="47130"/>
                    </a:cubicBezTo>
                    <a:cubicBezTo>
                      <a:pt x="23311" y="47130"/>
                      <a:pt x="31129" y="45459"/>
                      <a:pt x="40469" y="42172"/>
                    </a:cubicBezTo>
                    <a:lnTo>
                      <a:pt x="43738" y="30993"/>
                    </a:lnTo>
                    <a:cubicBezTo>
                      <a:pt x="35548" y="35376"/>
                      <a:pt x="28659" y="37585"/>
                      <a:pt x="23069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DD0F1F30-D843-426A-A6CB-8606C698A124}"/>
                  </a:ext>
                </a:extLst>
              </p:cNvPr>
              <p:cNvSpPr/>
              <p:nvPr/>
            </p:nvSpPr>
            <p:spPr>
              <a:xfrm>
                <a:off x="7073713" y="495062"/>
                <a:ext cx="44846" cy="47074"/>
              </a:xfrm>
              <a:custGeom>
                <a:avLst/>
                <a:gdLst>
                  <a:gd name="connsiteX0" fmla="*/ 44846 w 44846"/>
                  <a:gd name="connsiteY0" fmla="*/ 1374 h 47074"/>
                  <a:gd name="connsiteX1" fmla="*/ 42079 w 44846"/>
                  <a:gd name="connsiteY1" fmla="*/ 11086 h 47074"/>
                  <a:gd name="connsiteX2" fmla="*/ 32479 w 44846"/>
                  <a:gd name="connsiteY2" fmla="*/ 9025 h 47074"/>
                  <a:gd name="connsiteX3" fmla="*/ 25961 w 44846"/>
                  <a:gd name="connsiteY3" fmla="*/ 13166 h 47074"/>
                  <a:gd name="connsiteX4" fmla="*/ 28951 w 44846"/>
                  <a:gd name="connsiteY4" fmla="*/ 18180 h 47074"/>
                  <a:gd name="connsiteX5" fmla="*/ 34893 w 44846"/>
                  <a:gd name="connsiteY5" fmla="*/ 24029 h 47074"/>
                  <a:gd name="connsiteX6" fmla="*/ 37567 w 44846"/>
                  <a:gd name="connsiteY6" fmla="*/ 32126 h 47074"/>
                  <a:gd name="connsiteX7" fmla="*/ 29749 w 44846"/>
                  <a:gd name="connsiteY7" fmla="*/ 43899 h 47074"/>
                  <a:gd name="connsiteX8" fmla="*/ 15729 w 44846"/>
                  <a:gd name="connsiteY8" fmla="*/ 47075 h 47074"/>
                  <a:gd name="connsiteX9" fmla="*/ 0 w 44846"/>
                  <a:gd name="connsiteY9" fmla="*/ 44623 h 47074"/>
                  <a:gd name="connsiteX10" fmla="*/ 3045 w 44846"/>
                  <a:gd name="connsiteY10" fmla="*/ 34057 h 47074"/>
                  <a:gd name="connsiteX11" fmla="*/ 16564 w 44846"/>
                  <a:gd name="connsiteY11" fmla="*/ 38050 h 47074"/>
                  <a:gd name="connsiteX12" fmla="*/ 20074 w 44846"/>
                  <a:gd name="connsiteY12" fmla="*/ 36843 h 47074"/>
                  <a:gd name="connsiteX13" fmla="*/ 21838 w 44846"/>
                  <a:gd name="connsiteY13" fmla="*/ 33779 h 47074"/>
                  <a:gd name="connsiteX14" fmla="*/ 19183 w 44846"/>
                  <a:gd name="connsiteY14" fmla="*/ 27966 h 47074"/>
                  <a:gd name="connsiteX15" fmla="*/ 13723 w 44846"/>
                  <a:gd name="connsiteY15" fmla="*/ 21968 h 47074"/>
                  <a:gd name="connsiteX16" fmla="*/ 11216 w 44846"/>
                  <a:gd name="connsiteY16" fmla="*/ 13965 h 47074"/>
                  <a:gd name="connsiteX17" fmla="*/ 19164 w 44846"/>
                  <a:gd name="connsiteY17" fmla="*/ 2878 h 47074"/>
                  <a:gd name="connsiteX18" fmla="*/ 32757 w 44846"/>
                  <a:gd name="connsiteY18" fmla="*/ 0 h 47074"/>
                  <a:gd name="connsiteX19" fmla="*/ 44846 w 44846"/>
                  <a:gd name="connsiteY19" fmla="*/ 1374 h 47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4846" h="47074">
                    <a:moveTo>
                      <a:pt x="44846" y="1374"/>
                    </a:moveTo>
                    <a:lnTo>
                      <a:pt x="42079" y="11086"/>
                    </a:lnTo>
                    <a:cubicBezTo>
                      <a:pt x="38477" y="9749"/>
                      <a:pt x="35283" y="9025"/>
                      <a:pt x="32479" y="9025"/>
                    </a:cubicBezTo>
                    <a:cubicBezTo>
                      <a:pt x="28412" y="9025"/>
                      <a:pt x="26221" y="10436"/>
                      <a:pt x="25961" y="13166"/>
                    </a:cubicBezTo>
                    <a:cubicBezTo>
                      <a:pt x="25849" y="14447"/>
                      <a:pt x="26834" y="16100"/>
                      <a:pt x="28951" y="18180"/>
                    </a:cubicBezTo>
                    <a:cubicBezTo>
                      <a:pt x="32367" y="21430"/>
                      <a:pt x="34354" y="23379"/>
                      <a:pt x="34893" y="24029"/>
                    </a:cubicBezTo>
                    <a:cubicBezTo>
                      <a:pt x="36973" y="26685"/>
                      <a:pt x="37864" y="29378"/>
                      <a:pt x="37567" y="32126"/>
                    </a:cubicBezTo>
                    <a:cubicBezTo>
                      <a:pt x="37084" y="37400"/>
                      <a:pt x="34447" y="41281"/>
                      <a:pt x="29749" y="43899"/>
                    </a:cubicBezTo>
                    <a:cubicBezTo>
                      <a:pt x="25924" y="46016"/>
                      <a:pt x="21244" y="47075"/>
                      <a:pt x="15729" y="47075"/>
                    </a:cubicBezTo>
                    <a:cubicBezTo>
                      <a:pt x="11458" y="47075"/>
                      <a:pt x="6202" y="46258"/>
                      <a:pt x="0" y="44623"/>
                    </a:cubicBezTo>
                    <a:lnTo>
                      <a:pt x="3045" y="34057"/>
                    </a:lnTo>
                    <a:cubicBezTo>
                      <a:pt x="8765" y="36731"/>
                      <a:pt x="13277" y="38050"/>
                      <a:pt x="16564" y="38050"/>
                    </a:cubicBezTo>
                    <a:cubicBezTo>
                      <a:pt x="17827" y="38050"/>
                      <a:pt x="19016" y="37641"/>
                      <a:pt x="20074" y="36843"/>
                    </a:cubicBezTo>
                    <a:cubicBezTo>
                      <a:pt x="21133" y="36063"/>
                      <a:pt x="21727" y="35060"/>
                      <a:pt x="21838" y="33779"/>
                    </a:cubicBezTo>
                    <a:cubicBezTo>
                      <a:pt x="21987" y="32126"/>
                      <a:pt x="21114" y="30195"/>
                      <a:pt x="19183" y="27966"/>
                    </a:cubicBezTo>
                    <a:cubicBezTo>
                      <a:pt x="17363" y="25998"/>
                      <a:pt x="15524" y="23974"/>
                      <a:pt x="13723" y="21968"/>
                    </a:cubicBezTo>
                    <a:cubicBezTo>
                      <a:pt x="11792" y="19368"/>
                      <a:pt x="10956" y="16676"/>
                      <a:pt x="11216" y="13965"/>
                    </a:cubicBezTo>
                    <a:cubicBezTo>
                      <a:pt x="11699" y="8988"/>
                      <a:pt x="14336" y="5292"/>
                      <a:pt x="19164" y="2878"/>
                    </a:cubicBezTo>
                    <a:cubicBezTo>
                      <a:pt x="22934" y="947"/>
                      <a:pt x="27428" y="0"/>
                      <a:pt x="32757" y="0"/>
                    </a:cubicBezTo>
                    <a:cubicBezTo>
                      <a:pt x="33556" y="0"/>
                      <a:pt x="37567" y="427"/>
                      <a:pt x="44846" y="1374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26A9F0A3-DC77-469F-AF12-DA383A45497E}"/>
                  </a:ext>
                </a:extLst>
              </p:cNvPr>
              <p:cNvSpPr/>
              <p:nvPr/>
            </p:nvSpPr>
            <p:spPr>
              <a:xfrm>
                <a:off x="7143981" y="476214"/>
                <a:ext cx="53388" cy="75375"/>
              </a:xfrm>
              <a:custGeom>
                <a:avLst/>
                <a:gdLst>
                  <a:gd name="connsiteX0" fmla="*/ 53389 w 53388"/>
                  <a:gd name="connsiteY0" fmla="*/ 1931 h 75375"/>
                  <a:gd name="connsiteX1" fmla="*/ 50677 w 53388"/>
                  <a:gd name="connsiteY1" fmla="*/ 11495 h 75375"/>
                  <a:gd name="connsiteX2" fmla="*/ 40761 w 53388"/>
                  <a:gd name="connsiteY2" fmla="*/ 8932 h 75375"/>
                  <a:gd name="connsiteX3" fmla="*/ 34206 w 53388"/>
                  <a:gd name="connsiteY3" fmla="*/ 12405 h 75375"/>
                  <a:gd name="connsiteX4" fmla="*/ 31606 w 53388"/>
                  <a:gd name="connsiteY4" fmla="*/ 20037 h 75375"/>
                  <a:gd name="connsiteX5" fmla="*/ 43082 w 53388"/>
                  <a:gd name="connsiteY5" fmla="*/ 20037 h 75375"/>
                  <a:gd name="connsiteX6" fmla="*/ 40408 w 53388"/>
                  <a:gd name="connsiteY6" fmla="*/ 29006 h 75375"/>
                  <a:gd name="connsiteX7" fmla="*/ 29118 w 53388"/>
                  <a:gd name="connsiteY7" fmla="*/ 29006 h 75375"/>
                  <a:gd name="connsiteX8" fmla="*/ 15673 w 53388"/>
                  <a:gd name="connsiteY8" fmla="*/ 75375 h 75375"/>
                  <a:gd name="connsiteX9" fmla="*/ 0 w 53388"/>
                  <a:gd name="connsiteY9" fmla="*/ 75375 h 75375"/>
                  <a:gd name="connsiteX10" fmla="*/ 16100 w 53388"/>
                  <a:gd name="connsiteY10" fmla="*/ 20037 h 75375"/>
                  <a:gd name="connsiteX11" fmla="*/ 26091 w 53388"/>
                  <a:gd name="connsiteY11" fmla="*/ 5460 h 75375"/>
                  <a:gd name="connsiteX12" fmla="*/ 42302 w 53388"/>
                  <a:gd name="connsiteY12" fmla="*/ 0 h 75375"/>
                  <a:gd name="connsiteX13" fmla="*/ 53389 w 53388"/>
                  <a:gd name="connsiteY13" fmla="*/ 1931 h 7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388" h="75375">
                    <a:moveTo>
                      <a:pt x="53389" y="1931"/>
                    </a:moveTo>
                    <a:lnTo>
                      <a:pt x="50677" y="11495"/>
                    </a:lnTo>
                    <a:cubicBezTo>
                      <a:pt x="47093" y="9805"/>
                      <a:pt x="43788" y="8932"/>
                      <a:pt x="40761" y="8932"/>
                    </a:cubicBezTo>
                    <a:cubicBezTo>
                      <a:pt x="37808" y="8932"/>
                      <a:pt x="35636" y="10102"/>
                      <a:pt x="34206" y="12405"/>
                    </a:cubicBezTo>
                    <a:cubicBezTo>
                      <a:pt x="33537" y="13519"/>
                      <a:pt x="32702" y="16026"/>
                      <a:pt x="31606" y="20037"/>
                    </a:cubicBezTo>
                    <a:lnTo>
                      <a:pt x="43082" y="20037"/>
                    </a:lnTo>
                    <a:lnTo>
                      <a:pt x="40408" y="29006"/>
                    </a:lnTo>
                    <a:lnTo>
                      <a:pt x="29118" y="29006"/>
                    </a:lnTo>
                    <a:lnTo>
                      <a:pt x="15673" y="75375"/>
                    </a:lnTo>
                    <a:lnTo>
                      <a:pt x="0" y="75375"/>
                    </a:lnTo>
                    <a:lnTo>
                      <a:pt x="16100" y="20037"/>
                    </a:lnTo>
                    <a:cubicBezTo>
                      <a:pt x="18254" y="13872"/>
                      <a:pt x="21597" y="9006"/>
                      <a:pt x="26091" y="5460"/>
                    </a:cubicBezTo>
                    <a:cubicBezTo>
                      <a:pt x="30770" y="1820"/>
                      <a:pt x="36174" y="0"/>
                      <a:pt x="42302" y="0"/>
                    </a:cubicBezTo>
                    <a:cubicBezTo>
                      <a:pt x="46276" y="19"/>
                      <a:pt x="49972" y="669"/>
                      <a:pt x="53389" y="193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E0618BAA-B82B-432E-BC3F-0238BBD778DF}"/>
                  </a:ext>
                </a:extLst>
              </p:cNvPr>
              <p:cNvSpPr/>
              <p:nvPr/>
            </p:nvSpPr>
            <p:spPr>
              <a:xfrm>
                <a:off x="7184668" y="495266"/>
                <a:ext cx="51356" cy="47130"/>
              </a:xfrm>
              <a:custGeom>
                <a:avLst/>
                <a:gdLst>
                  <a:gd name="connsiteX0" fmla="*/ 31328 w 51356"/>
                  <a:gd name="connsiteY0" fmla="*/ 30417 h 47130"/>
                  <a:gd name="connsiteX1" fmla="*/ 21170 w 51356"/>
                  <a:gd name="connsiteY1" fmla="*/ 37585 h 47130"/>
                  <a:gd name="connsiteX2" fmla="*/ 16751 w 51356"/>
                  <a:gd name="connsiteY2" fmla="*/ 34874 h 47130"/>
                  <a:gd name="connsiteX3" fmla="*/ 15952 w 51356"/>
                  <a:gd name="connsiteY3" fmla="*/ 29285 h 47130"/>
                  <a:gd name="connsiteX4" fmla="*/ 20000 w 51356"/>
                  <a:gd name="connsiteY4" fmla="*/ 16657 h 47130"/>
                  <a:gd name="connsiteX5" fmla="*/ 30177 w 51356"/>
                  <a:gd name="connsiteY5" fmla="*/ 9545 h 47130"/>
                  <a:gd name="connsiteX6" fmla="*/ 34652 w 51356"/>
                  <a:gd name="connsiteY6" fmla="*/ 12200 h 47130"/>
                  <a:gd name="connsiteX7" fmla="*/ 35413 w 51356"/>
                  <a:gd name="connsiteY7" fmla="*/ 17883 h 47130"/>
                  <a:gd name="connsiteX8" fmla="*/ 31328 w 51356"/>
                  <a:gd name="connsiteY8" fmla="*/ 30417 h 47130"/>
                  <a:gd name="connsiteX9" fmla="*/ 46592 w 51356"/>
                  <a:gd name="connsiteY9" fmla="*/ 3621 h 47130"/>
                  <a:gd name="connsiteX10" fmla="*/ 34281 w 51356"/>
                  <a:gd name="connsiteY10" fmla="*/ 0 h 47130"/>
                  <a:gd name="connsiteX11" fmla="*/ 11570 w 51356"/>
                  <a:gd name="connsiteY11" fmla="*/ 9619 h 47130"/>
                  <a:gd name="connsiteX12" fmla="*/ 75 w 51356"/>
                  <a:gd name="connsiteY12" fmla="*/ 32033 h 47130"/>
                  <a:gd name="connsiteX13" fmla="*/ 4773 w 51356"/>
                  <a:gd name="connsiteY13" fmla="*/ 43472 h 47130"/>
                  <a:gd name="connsiteX14" fmla="*/ 17048 w 51356"/>
                  <a:gd name="connsiteY14" fmla="*/ 47130 h 47130"/>
                  <a:gd name="connsiteX15" fmla="*/ 39685 w 51356"/>
                  <a:gd name="connsiteY15" fmla="*/ 37344 h 47130"/>
                  <a:gd name="connsiteX16" fmla="*/ 51272 w 51356"/>
                  <a:gd name="connsiteY16" fmla="*/ 15042 h 47130"/>
                  <a:gd name="connsiteX17" fmla="*/ 46592 w 51356"/>
                  <a:gd name="connsiteY17" fmla="*/ 3621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1356" h="47130">
                    <a:moveTo>
                      <a:pt x="31328" y="30417"/>
                    </a:moveTo>
                    <a:cubicBezTo>
                      <a:pt x="28487" y="35190"/>
                      <a:pt x="25107" y="37585"/>
                      <a:pt x="21170" y="37585"/>
                    </a:cubicBezTo>
                    <a:cubicBezTo>
                      <a:pt x="19146" y="37585"/>
                      <a:pt x="17661" y="36676"/>
                      <a:pt x="16751" y="34874"/>
                    </a:cubicBezTo>
                    <a:cubicBezTo>
                      <a:pt x="15989" y="33389"/>
                      <a:pt x="15729" y="31513"/>
                      <a:pt x="15952" y="29285"/>
                    </a:cubicBezTo>
                    <a:cubicBezTo>
                      <a:pt x="16361" y="24754"/>
                      <a:pt x="17716" y="20575"/>
                      <a:pt x="20000" y="16657"/>
                    </a:cubicBezTo>
                    <a:cubicBezTo>
                      <a:pt x="22804" y="11922"/>
                      <a:pt x="26184" y="9545"/>
                      <a:pt x="30177" y="9545"/>
                    </a:cubicBezTo>
                    <a:cubicBezTo>
                      <a:pt x="32257" y="9545"/>
                      <a:pt x="33761" y="10399"/>
                      <a:pt x="34652" y="12200"/>
                    </a:cubicBezTo>
                    <a:cubicBezTo>
                      <a:pt x="35395" y="13667"/>
                      <a:pt x="35636" y="15543"/>
                      <a:pt x="35413" y="17883"/>
                    </a:cubicBezTo>
                    <a:cubicBezTo>
                      <a:pt x="34986" y="22284"/>
                      <a:pt x="33631" y="26481"/>
                      <a:pt x="31328" y="30417"/>
                    </a:cubicBezTo>
                    <a:moveTo>
                      <a:pt x="46592" y="3621"/>
                    </a:moveTo>
                    <a:cubicBezTo>
                      <a:pt x="43417" y="1188"/>
                      <a:pt x="39313" y="0"/>
                      <a:pt x="34281" y="0"/>
                    </a:cubicBezTo>
                    <a:cubicBezTo>
                      <a:pt x="26017" y="0"/>
                      <a:pt x="18441" y="3194"/>
                      <a:pt x="11570" y="9619"/>
                    </a:cubicBezTo>
                    <a:cubicBezTo>
                      <a:pt x="4717" y="16026"/>
                      <a:pt x="892" y="23509"/>
                      <a:pt x="75" y="32033"/>
                    </a:cubicBezTo>
                    <a:cubicBezTo>
                      <a:pt x="-371" y="36936"/>
                      <a:pt x="1171" y="40724"/>
                      <a:pt x="4773" y="43472"/>
                    </a:cubicBezTo>
                    <a:cubicBezTo>
                      <a:pt x="7949" y="45886"/>
                      <a:pt x="12052" y="47130"/>
                      <a:pt x="17048" y="47130"/>
                    </a:cubicBezTo>
                    <a:cubicBezTo>
                      <a:pt x="25219" y="47130"/>
                      <a:pt x="32795" y="43844"/>
                      <a:pt x="39685" y="37344"/>
                    </a:cubicBezTo>
                    <a:cubicBezTo>
                      <a:pt x="46611" y="30826"/>
                      <a:pt x="50474" y="23417"/>
                      <a:pt x="51272" y="15042"/>
                    </a:cubicBezTo>
                    <a:cubicBezTo>
                      <a:pt x="51755" y="10176"/>
                      <a:pt x="50158" y="6388"/>
                      <a:pt x="46592" y="3621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8F925E08-E0BF-4008-90B6-FAB6CEE87DD9}"/>
                  </a:ext>
                </a:extLst>
              </p:cNvPr>
              <p:cNvSpPr/>
              <p:nvPr/>
            </p:nvSpPr>
            <p:spPr>
              <a:xfrm>
                <a:off x="7236924" y="495248"/>
                <a:ext cx="48634" cy="46071"/>
              </a:xfrm>
              <a:custGeom>
                <a:avLst/>
                <a:gdLst>
                  <a:gd name="connsiteX0" fmla="*/ 48635 w 48634"/>
                  <a:gd name="connsiteY0" fmla="*/ 520 h 46071"/>
                  <a:gd name="connsiteX1" fmla="*/ 44234 w 48634"/>
                  <a:gd name="connsiteY1" fmla="*/ 14856 h 46071"/>
                  <a:gd name="connsiteX2" fmla="*/ 39108 w 48634"/>
                  <a:gd name="connsiteY2" fmla="*/ 13816 h 46071"/>
                  <a:gd name="connsiteX3" fmla="*/ 27799 w 48634"/>
                  <a:gd name="connsiteY3" fmla="*/ 20984 h 46071"/>
                  <a:gd name="connsiteX4" fmla="*/ 19666 w 48634"/>
                  <a:gd name="connsiteY4" fmla="*/ 32033 h 46071"/>
                  <a:gd name="connsiteX5" fmla="*/ 15580 w 48634"/>
                  <a:gd name="connsiteY5" fmla="*/ 46072 h 46071"/>
                  <a:gd name="connsiteX6" fmla="*/ 0 w 48634"/>
                  <a:gd name="connsiteY6" fmla="*/ 46072 h 46071"/>
                  <a:gd name="connsiteX7" fmla="*/ 13426 w 48634"/>
                  <a:gd name="connsiteY7" fmla="*/ 111 h 46071"/>
                  <a:gd name="connsiteX8" fmla="*/ 28858 w 48634"/>
                  <a:gd name="connsiteY8" fmla="*/ 111 h 46071"/>
                  <a:gd name="connsiteX9" fmla="*/ 22024 w 48634"/>
                  <a:gd name="connsiteY9" fmla="*/ 20074 h 46071"/>
                  <a:gd name="connsiteX10" fmla="*/ 22990 w 48634"/>
                  <a:gd name="connsiteY10" fmla="*/ 20074 h 46071"/>
                  <a:gd name="connsiteX11" fmla="*/ 32275 w 48634"/>
                  <a:gd name="connsiteY11" fmla="*/ 7131 h 46071"/>
                  <a:gd name="connsiteX12" fmla="*/ 45385 w 48634"/>
                  <a:gd name="connsiteY12" fmla="*/ 0 h 46071"/>
                  <a:gd name="connsiteX13" fmla="*/ 48635 w 48634"/>
                  <a:gd name="connsiteY13" fmla="*/ 520 h 4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634" h="46071">
                    <a:moveTo>
                      <a:pt x="48635" y="520"/>
                    </a:moveTo>
                    <a:lnTo>
                      <a:pt x="44234" y="14856"/>
                    </a:lnTo>
                    <a:cubicBezTo>
                      <a:pt x="43231" y="13760"/>
                      <a:pt x="40315" y="13816"/>
                      <a:pt x="39108" y="13816"/>
                    </a:cubicBezTo>
                    <a:cubicBezTo>
                      <a:pt x="36416" y="13816"/>
                      <a:pt x="32646" y="16193"/>
                      <a:pt x="27799" y="20984"/>
                    </a:cubicBezTo>
                    <a:cubicBezTo>
                      <a:pt x="23194" y="25534"/>
                      <a:pt x="20464" y="29248"/>
                      <a:pt x="19666" y="32033"/>
                    </a:cubicBezTo>
                    <a:lnTo>
                      <a:pt x="15580" y="46072"/>
                    </a:lnTo>
                    <a:lnTo>
                      <a:pt x="0" y="46072"/>
                    </a:lnTo>
                    <a:lnTo>
                      <a:pt x="13426" y="111"/>
                    </a:lnTo>
                    <a:lnTo>
                      <a:pt x="28858" y="111"/>
                    </a:lnTo>
                    <a:lnTo>
                      <a:pt x="22024" y="20074"/>
                    </a:lnTo>
                    <a:lnTo>
                      <a:pt x="22990" y="20074"/>
                    </a:lnTo>
                    <a:cubicBezTo>
                      <a:pt x="25589" y="15134"/>
                      <a:pt x="28709" y="10863"/>
                      <a:pt x="32275" y="7131"/>
                    </a:cubicBezTo>
                    <a:cubicBezTo>
                      <a:pt x="36917" y="2358"/>
                      <a:pt x="41300" y="0"/>
                      <a:pt x="45385" y="0"/>
                    </a:cubicBezTo>
                    <a:cubicBezTo>
                      <a:pt x="46908" y="19"/>
                      <a:pt x="47632" y="-111"/>
                      <a:pt x="48635" y="5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76E408FF-84E5-4049-A186-93E744E35FF0}"/>
                  </a:ext>
                </a:extLst>
              </p:cNvPr>
              <p:cNvSpPr/>
              <p:nvPr/>
            </p:nvSpPr>
            <p:spPr>
              <a:xfrm>
                <a:off x="7313316" y="486854"/>
                <a:ext cx="33337" cy="55524"/>
              </a:xfrm>
              <a:custGeom>
                <a:avLst/>
                <a:gdLst>
                  <a:gd name="connsiteX0" fmla="*/ 33337 w 33337"/>
                  <a:gd name="connsiteY0" fmla="*/ 9415 h 55524"/>
                  <a:gd name="connsiteX1" fmla="*/ 30700 w 33337"/>
                  <a:gd name="connsiteY1" fmla="*/ 18366 h 55524"/>
                  <a:gd name="connsiteX2" fmla="*/ 23198 w 33337"/>
                  <a:gd name="connsiteY2" fmla="*/ 18366 h 55524"/>
                  <a:gd name="connsiteX3" fmla="*/ 19577 w 33337"/>
                  <a:gd name="connsiteY3" fmla="*/ 29656 h 55524"/>
                  <a:gd name="connsiteX4" fmla="*/ 17052 w 33337"/>
                  <a:gd name="connsiteY4" fmla="*/ 41132 h 55524"/>
                  <a:gd name="connsiteX5" fmla="*/ 20171 w 33337"/>
                  <a:gd name="connsiteY5" fmla="*/ 45552 h 55524"/>
                  <a:gd name="connsiteX6" fmla="*/ 25148 w 33337"/>
                  <a:gd name="connsiteY6" fmla="*/ 43676 h 55524"/>
                  <a:gd name="connsiteX7" fmla="*/ 22325 w 33337"/>
                  <a:gd name="connsiteY7" fmla="*/ 53500 h 55524"/>
                  <a:gd name="connsiteX8" fmla="*/ 10626 w 33337"/>
                  <a:gd name="connsiteY8" fmla="*/ 55524 h 55524"/>
                  <a:gd name="connsiteX9" fmla="*/ 2846 w 33337"/>
                  <a:gd name="connsiteY9" fmla="*/ 53296 h 55524"/>
                  <a:gd name="connsiteX10" fmla="*/ 60 w 33337"/>
                  <a:gd name="connsiteY10" fmla="*/ 45942 h 55524"/>
                  <a:gd name="connsiteX11" fmla="*/ 3254 w 33337"/>
                  <a:gd name="connsiteY11" fmla="*/ 31977 h 55524"/>
                  <a:gd name="connsiteX12" fmla="*/ 12298 w 33337"/>
                  <a:gd name="connsiteY12" fmla="*/ 2321 h 55524"/>
                  <a:gd name="connsiteX13" fmla="*/ 28546 w 33337"/>
                  <a:gd name="connsiteY13" fmla="*/ 0 h 55524"/>
                  <a:gd name="connsiteX14" fmla="*/ 25798 w 33337"/>
                  <a:gd name="connsiteY14" fmla="*/ 9396 h 55524"/>
                  <a:gd name="connsiteX15" fmla="*/ 33337 w 33337"/>
                  <a:gd name="connsiteY15" fmla="*/ 9396 h 5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337" h="55524">
                    <a:moveTo>
                      <a:pt x="33337" y="9415"/>
                    </a:moveTo>
                    <a:lnTo>
                      <a:pt x="30700" y="18366"/>
                    </a:lnTo>
                    <a:lnTo>
                      <a:pt x="23198" y="18366"/>
                    </a:lnTo>
                    <a:cubicBezTo>
                      <a:pt x="21973" y="22154"/>
                      <a:pt x="20784" y="25924"/>
                      <a:pt x="19577" y="29656"/>
                    </a:cubicBezTo>
                    <a:cubicBezTo>
                      <a:pt x="18184" y="34243"/>
                      <a:pt x="17312" y="38050"/>
                      <a:pt x="17052" y="41132"/>
                    </a:cubicBezTo>
                    <a:cubicBezTo>
                      <a:pt x="16754" y="44048"/>
                      <a:pt x="17794" y="45552"/>
                      <a:pt x="20171" y="45552"/>
                    </a:cubicBezTo>
                    <a:cubicBezTo>
                      <a:pt x="21583" y="45552"/>
                      <a:pt x="23254" y="44939"/>
                      <a:pt x="25148" y="43676"/>
                    </a:cubicBezTo>
                    <a:lnTo>
                      <a:pt x="22325" y="53500"/>
                    </a:lnTo>
                    <a:cubicBezTo>
                      <a:pt x="17367" y="54837"/>
                      <a:pt x="13430" y="55524"/>
                      <a:pt x="10626" y="55524"/>
                    </a:cubicBezTo>
                    <a:cubicBezTo>
                      <a:pt x="7339" y="55524"/>
                      <a:pt x="4758" y="54781"/>
                      <a:pt x="2846" y="53296"/>
                    </a:cubicBezTo>
                    <a:cubicBezTo>
                      <a:pt x="673" y="51643"/>
                      <a:pt x="-256" y="49155"/>
                      <a:pt x="60" y="45942"/>
                    </a:cubicBezTo>
                    <a:cubicBezTo>
                      <a:pt x="394" y="42302"/>
                      <a:pt x="1471" y="37641"/>
                      <a:pt x="3254" y="31977"/>
                    </a:cubicBezTo>
                    <a:cubicBezTo>
                      <a:pt x="4740" y="27428"/>
                      <a:pt x="12298" y="2321"/>
                      <a:pt x="12298" y="2321"/>
                    </a:cubicBezTo>
                    <a:lnTo>
                      <a:pt x="28546" y="0"/>
                    </a:lnTo>
                    <a:lnTo>
                      <a:pt x="25798" y="9396"/>
                    </a:lnTo>
                    <a:lnTo>
                      <a:pt x="33337" y="93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514BEAA2-231A-47B7-AE3F-2DADC3AF1384}"/>
                  </a:ext>
                </a:extLst>
              </p:cNvPr>
              <p:cNvSpPr/>
              <p:nvPr/>
            </p:nvSpPr>
            <p:spPr>
              <a:xfrm>
                <a:off x="7401806" y="495266"/>
                <a:ext cx="45232" cy="47130"/>
              </a:xfrm>
              <a:custGeom>
                <a:avLst/>
                <a:gdLst>
                  <a:gd name="connsiteX0" fmla="*/ 17697 w 45232"/>
                  <a:gd name="connsiteY0" fmla="*/ 21745 h 47130"/>
                  <a:gd name="connsiteX1" fmla="*/ 21355 w 45232"/>
                  <a:gd name="connsiteY1" fmla="*/ 14299 h 47130"/>
                  <a:gd name="connsiteX2" fmla="*/ 27985 w 45232"/>
                  <a:gd name="connsiteY2" fmla="*/ 10065 h 47130"/>
                  <a:gd name="connsiteX3" fmla="*/ 30882 w 45232"/>
                  <a:gd name="connsiteY3" fmla="*/ 13426 h 47130"/>
                  <a:gd name="connsiteX4" fmla="*/ 17697 w 45232"/>
                  <a:gd name="connsiteY4" fmla="*/ 21745 h 47130"/>
                  <a:gd name="connsiteX5" fmla="*/ 23064 w 45232"/>
                  <a:gd name="connsiteY5" fmla="*/ 37585 h 47130"/>
                  <a:gd name="connsiteX6" fmla="*/ 15766 w 45232"/>
                  <a:gd name="connsiteY6" fmla="*/ 30752 h 47130"/>
                  <a:gd name="connsiteX7" fmla="*/ 34224 w 45232"/>
                  <a:gd name="connsiteY7" fmla="*/ 25366 h 47130"/>
                  <a:gd name="connsiteX8" fmla="*/ 45181 w 45232"/>
                  <a:gd name="connsiteY8" fmla="*/ 10102 h 47130"/>
                  <a:gd name="connsiteX9" fmla="*/ 42209 w 45232"/>
                  <a:gd name="connsiteY9" fmla="*/ 2563 h 47130"/>
                  <a:gd name="connsiteX10" fmla="*/ 34280 w 45232"/>
                  <a:gd name="connsiteY10" fmla="*/ 0 h 47130"/>
                  <a:gd name="connsiteX11" fmla="*/ 11569 w 45232"/>
                  <a:gd name="connsiteY11" fmla="*/ 9619 h 47130"/>
                  <a:gd name="connsiteX12" fmla="*/ 74 w 45232"/>
                  <a:gd name="connsiteY12" fmla="*/ 32033 h 47130"/>
                  <a:gd name="connsiteX13" fmla="*/ 4810 w 45232"/>
                  <a:gd name="connsiteY13" fmla="*/ 43472 h 47130"/>
                  <a:gd name="connsiteX14" fmla="*/ 17029 w 45232"/>
                  <a:gd name="connsiteY14" fmla="*/ 47130 h 47130"/>
                  <a:gd name="connsiteX15" fmla="*/ 40482 w 45232"/>
                  <a:gd name="connsiteY15" fmla="*/ 42172 h 47130"/>
                  <a:gd name="connsiteX16" fmla="*/ 43713 w 45232"/>
                  <a:gd name="connsiteY16" fmla="*/ 30993 h 47130"/>
                  <a:gd name="connsiteX17" fmla="*/ 23064 w 45232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32" h="47130">
                    <a:moveTo>
                      <a:pt x="17697" y="21745"/>
                    </a:moveTo>
                    <a:cubicBezTo>
                      <a:pt x="18403" y="19071"/>
                      <a:pt x="19628" y="16620"/>
                      <a:pt x="21355" y="14299"/>
                    </a:cubicBezTo>
                    <a:cubicBezTo>
                      <a:pt x="23491" y="11495"/>
                      <a:pt x="25664" y="10065"/>
                      <a:pt x="27985" y="10065"/>
                    </a:cubicBezTo>
                    <a:cubicBezTo>
                      <a:pt x="30157" y="10065"/>
                      <a:pt x="31123" y="11161"/>
                      <a:pt x="30882" y="13426"/>
                    </a:cubicBezTo>
                    <a:cubicBezTo>
                      <a:pt x="30399" y="18997"/>
                      <a:pt x="25961" y="21745"/>
                      <a:pt x="17697" y="21745"/>
                    </a:cubicBezTo>
                    <a:moveTo>
                      <a:pt x="23064" y="37585"/>
                    </a:moveTo>
                    <a:cubicBezTo>
                      <a:pt x="17846" y="37585"/>
                      <a:pt x="15413" y="35301"/>
                      <a:pt x="15766" y="30752"/>
                    </a:cubicBezTo>
                    <a:cubicBezTo>
                      <a:pt x="22117" y="30752"/>
                      <a:pt x="28263" y="28950"/>
                      <a:pt x="34224" y="25366"/>
                    </a:cubicBezTo>
                    <a:cubicBezTo>
                      <a:pt x="40947" y="21244"/>
                      <a:pt x="44623" y="16174"/>
                      <a:pt x="45181" y="10102"/>
                    </a:cubicBezTo>
                    <a:cubicBezTo>
                      <a:pt x="45478" y="6927"/>
                      <a:pt x="44512" y="4457"/>
                      <a:pt x="42209" y="2563"/>
                    </a:cubicBezTo>
                    <a:cubicBezTo>
                      <a:pt x="40092" y="836"/>
                      <a:pt x="37418" y="0"/>
                      <a:pt x="34280" y="0"/>
                    </a:cubicBezTo>
                    <a:cubicBezTo>
                      <a:pt x="25998" y="0"/>
                      <a:pt x="18440" y="3194"/>
                      <a:pt x="11569" y="9619"/>
                    </a:cubicBezTo>
                    <a:cubicBezTo>
                      <a:pt x="4754" y="16026"/>
                      <a:pt x="891" y="23509"/>
                      <a:pt x="74" y="32033"/>
                    </a:cubicBezTo>
                    <a:cubicBezTo>
                      <a:pt x="-371" y="36936"/>
                      <a:pt x="1188" y="40724"/>
                      <a:pt x="4810" y="43472"/>
                    </a:cubicBezTo>
                    <a:cubicBezTo>
                      <a:pt x="7929" y="45886"/>
                      <a:pt x="12033" y="47130"/>
                      <a:pt x="17029" y="47130"/>
                    </a:cubicBezTo>
                    <a:cubicBezTo>
                      <a:pt x="23305" y="47130"/>
                      <a:pt x="31123" y="45459"/>
                      <a:pt x="40482" y="42172"/>
                    </a:cubicBezTo>
                    <a:lnTo>
                      <a:pt x="43713" y="30993"/>
                    </a:lnTo>
                    <a:cubicBezTo>
                      <a:pt x="35561" y="35376"/>
                      <a:pt x="28690" y="37585"/>
                      <a:pt x="23064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65F5966-B82E-4287-97BC-DBDAFF8833E2}"/>
                  </a:ext>
                </a:extLst>
              </p:cNvPr>
              <p:cNvSpPr/>
              <p:nvPr/>
            </p:nvSpPr>
            <p:spPr>
              <a:xfrm>
                <a:off x="7552714" y="495266"/>
                <a:ext cx="45273" cy="47130"/>
              </a:xfrm>
              <a:custGeom>
                <a:avLst/>
                <a:gdLst>
                  <a:gd name="connsiteX0" fmla="*/ 17707 w 45273"/>
                  <a:gd name="connsiteY0" fmla="*/ 21745 h 47130"/>
                  <a:gd name="connsiteX1" fmla="*/ 21347 w 45273"/>
                  <a:gd name="connsiteY1" fmla="*/ 14299 h 47130"/>
                  <a:gd name="connsiteX2" fmla="*/ 27976 w 45273"/>
                  <a:gd name="connsiteY2" fmla="*/ 10065 h 47130"/>
                  <a:gd name="connsiteX3" fmla="*/ 30910 w 45273"/>
                  <a:gd name="connsiteY3" fmla="*/ 13426 h 47130"/>
                  <a:gd name="connsiteX4" fmla="*/ 17707 w 45273"/>
                  <a:gd name="connsiteY4" fmla="*/ 21745 h 47130"/>
                  <a:gd name="connsiteX5" fmla="*/ 23055 w 45273"/>
                  <a:gd name="connsiteY5" fmla="*/ 37585 h 47130"/>
                  <a:gd name="connsiteX6" fmla="*/ 15794 w 45273"/>
                  <a:gd name="connsiteY6" fmla="*/ 30752 h 47130"/>
                  <a:gd name="connsiteX7" fmla="*/ 34234 w 45273"/>
                  <a:gd name="connsiteY7" fmla="*/ 25366 h 47130"/>
                  <a:gd name="connsiteX8" fmla="*/ 45228 w 45273"/>
                  <a:gd name="connsiteY8" fmla="*/ 10102 h 47130"/>
                  <a:gd name="connsiteX9" fmla="*/ 42219 w 45273"/>
                  <a:gd name="connsiteY9" fmla="*/ 2563 h 47130"/>
                  <a:gd name="connsiteX10" fmla="*/ 34327 w 45273"/>
                  <a:gd name="connsiteY10" fmla="*/ 0 h 47130"/>
                  <a:gd name="connsiteX11" fmla="*/ 11598 w 45273"/>
                  <a:gd name="connsiteY11" fmla="*/ 9619 h 47130"/>
                  <a:gd name="connsiteX12" fmla="*/ 84 w 45273"/>
                  <a:gd name="connsiteY12" fmla="*/ 32033 h 47130"/>
                  <a:gd name="connsiteX13" fmla="*/ 4782 w 45273"/>
                  <a:gd name="connsiteY13" fmla="*/ 43472 h 47130"/>
                  <a:gd name="connsiteX14" fmla="*/ 17057 w 45273"/>
                  <a:gd name="connsiteY14" fmla="*/ 47130 h 47130"/>
                  <a:gd name="connsiteX15" fmla="*/ 40474 w 45273"/>
                  <a:gd name="connsiteY15" fmla="*/ 42172 h 47130"/>
                  <a:gd name="connsiteX16" fmla="*/ 43724 w 45273"/>
                  <a:gd name="connsiteY16" fmla="*/ 30993 h 47130"/>
                  <a:gd name="connsiteX17" fmla="*/ 23055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707" y="21745"/>
                    </a:moveTo>
                    <a:cubicBezTo>
                      <a:pt x="18376" y="19071"/>
                      <a:pt x="19601" y="16620"/>
                      <a:pt x="21347" y="14299"/>
                    </a:cubicBezTo>
                    <a:cubicBezTo>
                      <a:pt x="23464" y="11495"/>
                      <a:pt x="25655" y="10065"/>
                      <a:pt x="27976" y="10065"/>
                    </a:cubicBezTo>
                    <a:cubicBezTo>
                      <a:pt x="30130" y="10065"/>
                      <a:pt x="31152" y="11161"/>
                      <a:pt x="30910" y="13426"/>
                    </a:cubicBezTo>
                    <a:cubicBezTo>
                      <a:pt x="30353" y="18997"/>
                      <a:pt x="25934" y="21745"/>
                      <a:pt x="17707" y="21745"/>
                    </a:cubicBezTo>
                    <a:moveTo>
                      <a:pt x="23055" y="37585"/>
                    </a:moveTo>
                    <a:cubicBezTo>
                      <a:pt x="17856" y="37585"/>
                      <a:pt x="15404" y="35301"/>
                      <a:pt x="15794" y="30752"/>
                    </a:cubicBezTo>
                    <a:cubicBezTo>
                      <a:pt x="22145" y="30752"/>
                      <a:pt x="28292" y="28950"/>
                      <a:pt x="34234" y="25366"/>
                    </a:cubicBezTo>
                    <a:cubicBezTo>
                      <a:pt x="40957" y="21244"/>
                      <a:pt x="44633" y="16174"/>
                      <a:pt x="45228" y="10102"/>
                    </a:cubicBezTo>
                    <a:cubicBezTo>
                      <a:pt x="45506" y="6927"/>
                      <a:pt x="44503" y="4457"/>
                      <a:pt x="42219" y="2563"/>
                    </a:cubicBezTo>
                    <a:cubicBezTo>
                      <a:pt x="40102" y="836"/>
                      <a:pt x="37466" y="0"/>
                      <a:pt x="34327" y="0"/>
                    </a:cubicBezTo>
                    <a:cubicBezTo>
                      <a:pt x="26026" y="0"/>
                      <a:pt x="18431" y="3194"/>
                      <a:pt x="11598" y="9619"/>
                    </a:cubicBezTo>
                    <a:cubicBezTo>
                      <a:pt x="4745" y="16026"/>
                      <a:pt x="901" y="23509"/>
                      <a:pt x="84" y="32033"/>
                    </a:cubicBezTo>
                    <a:cubicBezTo>
                      <a:pt x="-399" y="36936"/>
                      <a:pt x="1198" y="40724"/>
                      <a:pt x="4782" y="43472"/>
                    </a:cubicBezTo>
                    <a:cubicBezTo>
                      <a:pt x="7939" y="45886"/>
                      <a:pt x="12006" y="47130"/>
                      <a:pt x="17057" y="47130"/>
                    </a:cubicBezTo>
                    <a:cubicBezTo>
                      <a:pt x="23334" y="47130"/>
                      <a:pt x="31115" y="45459"/>
                      <a:pt x="40474" y="42172"/>
                    </a:cubicBezTo>
                    <a:lnTo>
                      <a:pt x="43724" y="30993"/>
                    </a:lnTo>
                    <a:cubicBezTo>
                      <a:pt x="35553" y="35376"/>
                      <a:pt x="28663" y="37585"/>
                      <a:pt x="23055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49D0FFE3-5508-4D6B-A731-40F3F5BFE161}"/>
                  </a:ext>
                </a:extLst>
              </p:cNvPr>
              <p:cNvSpPr/>
              <p:nvPr/>
            </p:nvSpPr>
            <p:spPr>
              <a:xfrm>
                <a:off x="7603607" y="486873"/>
                <a:ext cx="33461" cy="55523"/>
              </a:xfrm>
              <a:custGeom>
                <a:avLst/>
                <a:gdLst>
                  <a:gd name="connsiteX0" fmla="*/ 33461 w 33461"/>
                  <a:gd name="connsiteY0" fmla="*/ 8561 h 55523"/>
                  <a:gd name="connsiteX1" fmla="*/ 30806 w 33461"/>
                  <a:gd name="connsiteY1" fmla="*/ 17493 h 55523"/>
                  <a:gd name="connsiteX2" fmla="*/ 23266 w 33461"/>
                  <a:gd name="connsiteY2" fmla="*/ 17493 h 55523"/>
                  <a:gd name="connsiteX3" fmla="*/ 19590 w 33461"/>
                  <a:gd name="connsiteY3" fmla="*/ 29638 h 55523"/>
                  <a:gd name="connsiteX4" fmla="*/ 17027 w 33461"/>
                  <a:gd name="connsiteY4" fmla="*/ 41114 h 55523"/>
                  <a:gd name="connsiteX5" fmla="*/ 20202 w 33461"/>
                  <a:gd name="connsiteY5" fmla="*/ 45533 h 55523"/>
                  <a:gd name="connsiteX6" fmla="*/ 25161 w 33461"/>
                  <a:gd name="connsiteY6" fmla="*/ 43658 h 55523"/>
                  <a:gd name="connsiteX7" fmla="*/ 22338 w 33461"/>
                  <a:gd name="connsiteY7" fmla="*/ 53500 h 55523"/>
                  <a:gd name="connsiteX8" fmla="*/ 10602 w 33461"/>
                  <a:gd name="connsiteY8" fmla="*/ 55524 h 55523"/>
                  <a:gd name="connsiteX9" fmla="*/ 2821 w 33461"/>
                  <a:gd name="connsiteY9" fmla="*/ 53296 h 55523"/>
                  <a:gd name="connsiteX10" fmla="*/ 54 w 33461"/>
                  <a:gd name="connsiteY10" fmla="*/ 45942 h 55523"/>
                  <a:gd name="connsiteX11" fmla="*/ 3267 w 33461"/>
                  <a:gd name="connsiteY11" fmla="*/ 31977 h 55523"/>
                  <a:gd name="connsiteX12" fmla="*/ 12292 w 33461"/>
                  <a:gd name="connsiteY12" fmla="*/ 2321 h 55523"/>
                  <a:gd name="connsiteX13" fmla="*/ 28540 w 33461"/>
                  <a:gd name="connsiteY13" fmla="*/ 0 h 55523"/>
                  <a:gd name="connsiteX14" fmla="*/ 25922 w 33461"/>
                  <a:gd name="connsiteY14" fmla="*/ 8579 h 55523"/>
                  <a:gd name="connsiteX15" fmla="*/ 33461 w 33461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461" h="55523">
                    <a:moveTo>
                      <a:pt x="33461" y="8561"/>
                    </a:moveTo>
                    <a:lnTo>
                      <a:pt x="30806" y="17493"/>
                    </a:lnTo>
                    <a:lnTo>
                      <a:pt x="23266" y="17493"/>
                    </a:lnTo>
                    <a:cubicBezTo>
                      <a:pt x="22059" y="21244"/>
                      <a:pt x="20815" y="25905"/>
                      <a:pt x="19590" y="29638"/>
                    </a:cubicBezTo>
                    <a:cubicBezTo>
                      <a:pt x="18178" y="34224"/>
                      <a:pt x="17324" y="38031"/>
                      <a:pt x="17027" y="41114"/>
                    </a:cubicBezTo>
                    <a:cubicBezTo>
                      <a:pt x="16748" y="44029"/>
                      <a:pt x="17807" y="45533"/>
                      <a:pt x="20202" y="45533"/>
                    </a:cubicBezTo>
                    <a:cubicBezTo>
                      <a:pt x="21595" y="45533"/>
                      <a:pt x="23229" y="44921"/>
                      <a:pt x="25161" y="43658"/>
                    </a:cubicBezTo>
                    <a:lnTo>
                      <a:pt x="22338" y="53500"/>
                    </a:lnTo>
                    <a:cubicBezTo>
                      <a:pt x="17380" y="54837"/>
                      <a:pt x="13462" y="55524"/>
                      <a:pt x="10602" y="55524"/>
                    </a:cubicBezTo>
                    <a:cubicBezTo>
                      <a:pt x="7352" y="55524"/>
                      <a:pt x="4771" y="54781"/>
                      <a:pt x="2821" y="53296"/>
                    </a:cubicBezTo>
                    <a:cubicBezTo>
                      <a:pt x="685" y="51643"/>
                      <a:pt x="-243" y="49155"/>
                      <a:pt x="54" y="45942"/>
                    </a:cubicBezTo>
                    <a:cubicBezTo>
                      <a:pt x="425" y="42302"/>
                      <a:pt x="1484" y="37641"/>
                      <a:pt x="3267" y="31977"/>
                    </a:cubicBezTo>
                    <a:cubicBezTo>
                      <a:pt x="4715" y="27428"/>
                      <a:pt x="12292" y="2321"/>
                      <a:pt x="12292" y="2321"/>
                    </a:cubicBezTo>
                    <a:lnTo>
                      <a:pt x="28540" y="0"/>
                    </a:lnTo>
                    <a:lnTo>
                      <a:pt x="25922" y="8579"/>
                    </a:lnTo>
                    <a:lnTo>
                      <a:pt x="33461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BE5805B3-2F9B-4654-BC7C-24E8A9041D22}"/>
                  </a:ext>
                </a:extLst>
              </p:cNvPr>
              <p:cNvSpPr/>
              <p:nvPr/>
            </p:nvSpPr>
            <p:spPr>
              <a:xfrm>
                <a:off x="7636685" y="486873"/>
                <a:ext cx="33585" cy="55523"/>
              </a:xfrm>
              <a:custGeom>
                <a:avLst/>
                <a:gdLst>
                  <a:gd name="connsiteX0" fmla="*/ 33586 w 33585"/>
                  <a:gd name="connsiteY0" fmla="*/ 8561 h 55523"/>
                  <a:gd name="connsiteX1" fmla="*/ 30931 w 33585"/>
                  <a:gd name="connsiteY1" fmla="*/ 17493 h 55523"/>
                  <a:gd name="connsiteX2" fmla="*/ 23428 w 33585"/>
                  <a:gd name="connsiteY2" fmla="*/ 17493 h 55523"/>
                  <a:gd name="connsiteX3" fmla="*/ 19621 w 33585"/>
                  <a:gd name="connsiteY3" fmla="*/ 29638 h 55523"/>
                  <a:gd name="connsiteX4" fmla="*/ 17022 w 33585"/>
                  <a:gd name="connsiteY4" fmla="*/ 41114 h 55523"/>
                  <a:gd name="connsiteX5" fmla="*/ 20160 w 33585"/>
                  <a:gd name="connsiteY5" fmla="*/ 45533 h 55523"/>
                  <a:gd name="connsiteX6" fmla="*/ 25155 w 33585"/>
                  <a:gd name="connsiteY6" fmla="*/ 43658 h 55523"/>
                  <a:gd name="connsiteX7" fmla="*/ 22351 w 33585"/>
                  <a:gd name="connsiteY7" fmla="*/ 53500 h 55523"/>
                  <a:gd name="connsiteX8" fmla="*/ 10596 w 33585"/>
                  <a:gd name="connsiteY8" fmla="*/ 55524 h 55523"/>
                  <a:gd name="connsiteX9" fmla="*/ 2816 w 33585"/>
                  <a:gd name="connsiteY9" fmla="*/ 53296 h 55523"/>
                  <a:gd name="connsiteX10" fmla="*/ 67 w 33585"/>
                  <a:gd name="connsiteY10" fmla="*/ 45942 h 55523"/>
                  <a:gd name="connsiteX11" fmla="*/ 3280 w 33585"/>
                  <a:gd name="connsiteY11" fmla="*/ 31977 h 55523"/>
                  <a:gd name="connsiteX12" fmla="*/ 12305 w 33585"/>
                  <a:gd name="connsiteY12" fmla="*/ 2321 h 55523"/>
                  <a:gd name="connsiteX13" fmla="*/ 28554 w 33585"/>
                  <a:gd name="connsiteY13" fmla="*/ 0 h 55523"/>
                  <a:gd name="connsiteX14" fmla="*/ 26047 w 33585"/>
                  <a:gd name="connsiteY14" fmla="*/ 8579 h 55523"/>
                  <a:gd name="connsiteX15" fmla="*/ 33586 w 33585"/>
                  <a:gd name="connsiteY15" fmla="*/ 8579 h 5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585" h="55523">
                    <a:moveTo>
                      <a:pt x="33586" y="8561"/>
                    </a:moveTo>
                    <a:lnTo>
                      <a:pt x="30931" y="17493"/>
                    </a:lnTo>
                    <a:lnTo>
                      <a:pt x="23428" y="17493"/>
                    </a:lnTo>
                    <a:cubicBezTo>
                      <a:pt x="22184" y="21244"/>
                      <a:pt x="20828" y="25905"/>
                      <a:pt x="19621" y="29638"/>
                    </a:cubicBezTo>
                    <a:cubicBezTo>
                      <a:pt x="18192" y="34224"/>
                      <a:pt x="17319" y="38031"/>
                      <a:pt x="17022" y="41114"/>
                    </a:cubicBezTo>
                    <a:cubicBezTo>
                      <a:pt x="16762" y="44029"/>
                      <a:pt x="17802" y="45533"/>
                      <a:pt x="20160" y="45533"/>
                    </a:cubicBezTo>
                    <a:cubicBezTo>
                      <a:pt x="21571" y="45533"/>
                      <a:pt x="23224" y="44921"/>
                      <a:pt x="25155" y="43658"/>
                    </a:cubicBezTo>
                    <a:lnTo>
                      <a:pt x="22351" y="53500"/>
                    </a:lnTo>
                    <a:cubicBezTo>
                      <a:pt x="17337" y="54837"/>
                      <a:pt x="13456" y="55524"/>
                      <a:pt x="10596" y="55524"/>
                    </a:cubicBezTo>
                    <a:cubicBezTo>
                      <a:pt x="7291" y="55524"/>
                      <a:pt x="4728" y="54781"/>
                      <a:pt x="2816" y="53296"/>
                    </a:cubicBezTo>
                    <a:cubicBezTo>
                      <a:pt x="643" y="51643"/>
                      <a:pt x="-267" y="49155"/>
                      <a:pt x="67" y="45942"/>
                    </a:cubicBezTo>
                    <a:cubicBezTo>
                      <a:pt x="402" y="42302"/>
                      <a:pt x="1497" y="37641"/>
                      <a:pt x="3280" y="31977"/>
                    </a:cubicBezTo>
                    <a:cubicBezTo>
                      <a:pt x="4691" y="27428"/>
                      <a:pt x="12305" y="2321"/>
                      <a:pt x="12305" y="2321"/>
                    </a:cubicBezTo>
                    <a:lnTo>
                      <a:pt x="28554" y="0"/>
                    </a:lnTo>
                    <a:lnTo>
                      <a:pt x="26047" y="8579"/>
                    </a:lnTo>
                    <a:lnTo>
                      <a:pt x="33586" y="8579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A1E2EBAE-1539-406E-BBD2-378E99E813DA}"/>
                  </a:ext>
                </a:extLst>
              </p:cNvPr>
              <p:cNvSpPr/>
              <p:nvPr/>
            </p:nvSpPr>
            <p:spPr>
              <a:xfrm>
                <a:off x="7668966" y="495266"/>
                <a:ext cx="45273" cy="47130"/>
              </a:xfrm>
              <a:custGeom>
                <a:avLst/>
                <a:gdLst>
                  <a:gd name="connsiteX0" fmla="*/ 17666 w 45273"/>
                  <a:gd name="connsiteY0" fmla="*/ 21745 h 47130"/>
                  <a:gd name="connsiteX1" fmla="*/ 21342 w 45273"/>
                  <a:gd name="connsiteY1" fmla="*/ 14299 h 47130"/>
                  <a:gd name="connsiteX2" fmla="*/ 27972 w 45273"/>
                  <a:gd name="connsiteY2" fmla="*/ 10065 h 47130"/>
                  <a:gd name="connsiteX3" fmla="*/ 30887 w 45273"/>
                  <a:gd name="connsiteY3" fmla="*/ 13426 h 47130"/>
                  <a:gd name="connsiteX4" fmla="*/ 17666 w 45273"/>
                  <a:gd name="connsiteY4" fmla="*/ 21745 h 47130"/>
                  <a:gd name="connsiteX5" fmla="*/ 23051 w 45273"/>
                  <a:gd name="connsiteY5" fmla="*/ 37585 h 47130"/>
                  <a:gd name="connsiteX6" fmla="*/ 15790 w 45273"/>
                  <a:gd name="connsiteY6" fmla="*/ 30752 h 47130"/>
                  <a:gd name="connsiteX7" fmla="*/ 34211 w 45273"/>
                  <a:gd name="connsiteY7" fmla="*/ 25366 h 47130"/>
                  <a:gd name="connsiteX8" fmla="*/ 45223 w 45273"/>
                  <a:gd name="connsiteY8" fmla="*/ 10102 h 47130"/>
                  <a:gd name="connsiteX9" fmla="*/ 42234 w 45273"/>
                  <a:gd name="connsiteY9" fmla="*/ 2563 h 47130"/>
                  <a:gd name="connsiteX10" fmla="*/ 34286 w 45273"/>
                  <a:gd name="connsiteY10" fmla="*/ 0 h 47130"/>
                  <a:gd name="connsiteX11" fmla="*/ 11593 w 45273"/>
                  <a:gd name="connsiteY11" fmla="*/ 9619 h 47130"/>
                  <a:gd name="connsiteX12" fmla="*/ 80 w 45273"/>
                  <a:gd name="connsiteY12" fmla="*/ 32033 h 47130"/>
                  <a:gd name="connsiteX13" fmla="*/ 4797 w 45273"/>
                  <a:gd name="connsiteY13" fmla="*/ 43472 h 47130"/>
                  <a:gd name="connsiteX14" fmla="*/ 17071 w 45273"/>
                  <a:gd name="connsiteY14" fmla="*/ 47130 h 47130"/>
                  <a:gd name="connsiteX15" fmla="*/ 40469 w 45273"/>
                  <a:gd name="connsiteY15" fmla="*/ 42172 h 47130"/>
                  <a:gd name="connsiteX16" fmla="*/ 43719 w 45273"/>
                  <a:gd name="connsiteY16" fmla="*/ 30993 h 47130"/>
                  <a:gd name="connsiteX17" fmla="*/ 23051 w 45273"/>
                  <a:gd name="connsiteY17" fmla="*/ 37585 h 4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273" h="47130">
                    <a:moveTo>
                      <a:pt x="17666" y="21745"/>
                    </a:moveTo>
                    <a:cubicBezTo>
                      <a:pt x="18371" y="19071"/>
                      <a:pt x="19597" y="16620"/>
                      <a:pt x="21342" y="14299"/>
                    </a:cubicBezTo>
                    <a:cubicBezTo>
                      <a:pt x="23422" y="11495"/>
                      <a:pt x="25669" y="10065"/>
                      <a:pt x="27972" y="10065"/>
                    </a:cubicBezTo>
                    <a:cubicBezTo>
                      <a:pt x="30144" y="10065"/>
                      <a:pt x="31110" y="11161"/>
                      <a:pt x="30887" y="13426"/>
                    </a:cubicBezTo>
                    <a:cubicBezTo>
                      <a:pt x="30367" y="18997"/>
                      <a:pt x="25948" y="21745"/>
                      <a:pt x="17666" y="21745"/>
                    </a:cubicBezTo>
                    <a:moveTo>
                      <a:pt x="23051" y="37585"/>
                    </a:moveTo>
                    <a:cubicBezTo>
                      <a:pt x="17814" y="37585"/>
                      <a:pt x="15419" y="35301"/>
                      <a:pt x="15790" y="30752"/>
                    </a:cubicBezTo>
                    <a:cubicBezTo>
                      <a:pt x="22104" y="30752"/>
                      <a:pt x="28269" y="28950"/>
                      <a:pt x="34211" y="25366"/>
                    </a:cubicBezTo>
                    <a:cubicBezTo>
                      <a:pt x="40971" y="21244"/>
                      <a:pt x="44629" y="16174"/>
                      <a:pt x="45223" y="10102"/>
                    </a:cubicBezTo>
                    <a:cubicBezTo>
                      <a:pt x="45520" y="6927"/>
                      <a:pt x="44499" y="4457"/>
                      <a:pt x="42234" y="2563"/>
                    </a:cubicBezTo>
                    <a:cubicBezTo>
                      <a:pt x="40117" y="836"/>
                      <a:pt x="37461" y="0"/>
                      <a:pt x="34286" y="0"/>
                    </a:cubicBezTo>
                    <a:cubicBezTo>
                      <a:pt x="26003" y="0"/>
                      <a:pt x="18427" y="3194"/>
                      <a:pt x="11593" y="9619"/>
                    </a:cubicBezTo>
                    <a:cubicBezTo>
                      <a:pt x="4741" y="16026"/>
                      <a:pt x="878" y="23509"/>
                      <a:pt x="80" y="32033"/>
                    </a:cubicBezTo>
                    <a:cubicBezTo>
                      <a:pt x="-384" y="36936"/>
                      <a:pt x="1175" y="40724"/>
                      <a:pt x="4797" y="43472"/>
                    </a:cubicBezTo>
                    <a:cubicBezTo>
                      <a:pt x="7953" y="45886"/>
                      <a:pt x="12020" y="47130"/>
                      <a:pt x="17071" y="47130"/>
                    </a:cubicBezTo>
                    <a:cubicBezTo>
                      <a:pt x="23292" y="47130"/>
                      <a:pt x="31129" y="45459"/>
                      <a:pt x="40469" y="42172"/>
                    </a:cubicBezTo>
                    <a:lnTo>
                      <a:pt x="43719" y="30993"/>
                    </a:lnTo>
                    <a:cubicBezTo>
                      <a:pt x="35548" y="35376"/>
                      <a:pt x="28659" y="37585"/>
                      <a:pt x="23051" y="37585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9DA8930D-222F-4B98-AF01-0804173DBC4D}"/>
                  </a:ext>
                </a:extLst>
              </p:cNvPr>
              <p:cNvSpPr/>
              <p:nvPr/>
            </p:nvSpPr>
            <p:spPr>
              <a:xfrm>
                <a:off x="6732779" y="465257"/>
                <a:ext cx="84632" cy="80184"/>
              </a:xfrm>
              <a:custGeom>
                <a:avLst/>
                <a:gdLst>
                  <a:gd name="connsiteX0" fmla="*/ 176 w 84632"/>
                  <a:gd name="connsiteY0" fmla="*/ 51420 h 80184"/>
                  <a:gd name="connsiteX1" fmla="*/ 30315 w 84632"/>
                  <a:gd name="connsiteY1" fmla="*/ 80185 h 80184"/>
                  <a:gd name="connsiteX2" fmla="*/ 63166 w 84632"/>
                  <a:gd name="connsiteY2" fmla="*/ 76118 h 80184"/>
                  <a:gd name="connsiteX3" fmla="*/ 66638 w 84632"/>
                  <a:gd name="connsiteY3" fmla="*/ 64716 h 80184"/>
                  <a:gd name="connsiteX4" fmla="*/ 64818 w 84632"/>
                  <a:gd name="connsiteY4" fmla="*/ 65199 h 80184"/>
                  <a:gd name="connsiteX5" fmla="*/ 40362 w 84632"/>
                  <a:gd name="connsiteY5" fmla="*/ 69916 h 80184"/>
                  <a:gd name="connsiteX6" fmla="*/ 21476 w 84632"/>
                  <a:gd name="connsiteY6" fmla="*/ 48913 h 80184"/>
                  <a:gd name="connsiteX7" fmla="*/ 57873 w 84632"/>
                  <a:gd name="connsiteY7" fmla="*/ 10269 h 80184"/>
                  <a:gd name="connsiteX8" fmla="*/ 80974 w 84632"/>
                  <a:gd name="connsiteY8" fmla="*/ 15264 h 80184"/>
                  <a:gd name="connsiteX9" fmla="*/ 84632 w 84632"/>
                  <a:gd name="connsiteY9" fmla="*/ 3008 h 80184"/>
                  <a:gd name="connsiteX10" fmla="*/ 60640 w 84632"/>
                  <a:gd name="connsiteY10" fmla="*/ 0 h 80184"/>
                  <a:gd name="connsiteX11" fmla="*/ 176 w 84632"/>
                  <a:gd name="connsiteY11" fmla="*/ 51420 h 8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4632" h="80184">
                    <a:moveTo>
                      <a:pt x="176" y="51420"/>
                    </a:moveTo>
                    <a:cubicBezTo>
                      <a:pt x="-1569" y="69451"/>
                      <a:pt x="9721" y="80185"/>
                      <a:pt x="30315" y="80185"/>
                    </a:cubicBezTo>
                    <a:cubicBezTo>
                      <a:pt x="41829" y="80185"/>
                      <a:pt x="52878" y="78254"/>
                      <a:pt x="63166" y="76118"/>
                    </a:cubicBezTo>
                    <a:cubicBezTo>
                      <a:pt x="63556" y="74781"/>
                      <a:pt x="65710" y="67724"/>
                      <a:pt x="66638" y="64716"/>
                    </a:cubicBezTo>
                    <a:cubicBezTo>
                      <a:pt x="65747" y="64939"/>
                      <a:pt x="64818" y="65199"/>
                      <a:pt x="64818" y="65199"/>
                    </a:cubicBezTo>
                    <a:cubicBezTo>
                      <a:pt x="56870" y="67409"/>
                      <a:pt x="47920" y="69916"/>
                      <a:pt x="40362" y="69916"/>
                    </a:cubicBezTo>
                    <a:cubicBezTo>
                      <a:pt x="27864" y="69916"/>
                      <a:pt x="20269" y="61485"/>
                      <a:pt x="21476" y="48913"/>
                    </a:cubicBezTo>
                    <a:cubicBezTo>
                      <a:pt x="23259" y="30213"/>
                      <a:pt x="38319" y="10269"/>
                      <a:pt x="57873" y="10269"/>
                    </a:cubicBezTo>
                    <a:cubicBezTo>
                      <a:pt x="65190" y="10269"/>
                      <a:pt x="72952" y="11978"/>
                      <a:pt x="80974" y="15264"/>
                    </a:cubicBezTo>
                    <a:cubicBezTo>
                      <a:pt x="81587" y="13203"/>
                      <a:pt x="83945" y="5311"/>
                      <a:pt x="84632" y="3008"/>
                    </a:cubicBezTo>
                    <a:cubicBezTo>
                      <a:pt x="76629" y="1058"/>
                      <a:pt x="68569" y="0"/>
                      <a:pt x="60640" y="0"/>
                    </a:cubicBezTo>
                    <a:cubicBezTo>
                      <a:pt x="24410" y="19"/>
                      <a:pt x="2238" y="29879"/>
                      <a:pt x="176" y="51420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3E7CF7A8-1B1F-4E85-86CA-3BC6361B4AA4}"/>
                  </a:ext>
                </a:extLst>
              </p:cNvPr>
              <p:cNvSpPr/>
              <p:nvPr/>
            </p:nvSpPr>
            <p:spPr>
              <a:xfrm>
                <a:off x="7481025" y="465536"/>
                <a:ext cx="73378" cy="76507"/>
              </a:xfrm>
              <a:custGeom>
                <a:avLst/>
                <a:gdLst>
                  <a:gd name="connsiteX0" fmla="*/ 28895 w 73378"/>
                  <a:gd name="connsiteY0" fmla="*/ 43175 h 76507"/>
                  <a:gd name="connsiteX1" fmla="*/ 46369 w 73378"/>
                  <a:gd name="connsiteY1" fmla="*/ 55208 h 76507"/>
                  <a:gd name="connsiteX2" fmla="*/ 29173 w 73378"/>
                  <a:gd name="connsiteY2" fmla="*/ 67093 h 76507"/>
                  <a:gd name="connsiteX3" fmla="*/ 21912 w 73378"/>
                  <a:gd name="connsiteY3" fmla="*/ 66220 h 76507"/>
                  <a:gd name="connsiteX4" fmla="*/ 28895 w 73378"/>
                  <a:gd name="connsiteY4" fmla="*/ 43175 h 76507"/>
                  <a:gd name="connsiteX5" fmla="*/ 38830 w 73378"/>
                  <a:gd name="connsiteY5" fmla="*/ 10863 h 76507"/>
                  <a:gd name="connsiteX6" fmla="*/ 44234 w 73378"/>
                  <a:gd name="connsiteY6" fmla="*/ 10009 h 76507"/>
                  <a:gd name="connsiteX7" fmla="*/ 54540 w 73378"/>
                  <a:gd name="connsiteY7" fmla="*/ 16453 h 76507"/>
                  <a:gd name="connsiteX8" fmla="*/ 38904 w 73378"/>
                  <a:gd name="connsiteY8" fmla="*/ 31179 h 76507"/>
                  <a:gd name="connsiteX9" fmla="*/ 32757 w 73378"/>
                  <a:gd name="connsiteY9" fmla="*/ 31179 h 76507"/>
                  <a:gd name="connsiteX10" fmla="*/ 38830 w 73378"/>
                  <a:gd name="connsiteY10" fmla="*/ 10863 h 76507"/>
                  <a:gd name="connsiteX11" fmla="*/ 0 w 73378"/>
                  <a:gd name="connsiteY11" fmla="*/ 76508 h 76507"/>
                  <a:gd name="connsiteX12" fmla="*/ 37474 w 73378"/>
                  <a:gd name="connsiteY12" fmla="*/ 76508 h 76507"/>
                  <a:gd name="connsiteX13" fmla="*/ 65403 w 73378"/>
                  <a:gd name="connsiteY13" fmla="*/ 54800 h 76507"/>
                  <a:gd name="connsiteX14" fmla="*/ 49359 w 73378"/>
                  <a:gd name="connsiteY14" fmla="*/ 37121 h 76507"/>
                  <a:gd name="connsiteX15" fmla="*/ 49377 w 73378"/>
                  <a:gd name="connsiteY15" fmla="*/ 36898 h 76507"/>
                  <a:gd name="connsiteX16" fmla="*/ 73295 w 73378"/>
                  <a:gd name="connsiteY16" fmla="*/ 14707 h 76507"/>
                  <a:gd name="connsiteX17" fmla="*/ 46759 w 73378"/>
                  <a:gd name="connsiteY17" fmla="*/ 0 h 76507"/>
                  <a:gd name="connsiteX18" fmla="*/ 22525 w 73378"/>
                  <a:gd name="connsiteY18" fmla="*/ 0 h 76507"/>
                  <a:gd name="connsiteX19" fmla="*/ 0 w 73378"/>
                  <a:gd name="connsiteY19" fmla="*/ 76508 h 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378" h="76507">
                    <a:moveTo>
                      <a:pt x="28895" y="43175"/>
                    </a:moveTo>
                    <a:cubicBezTo>
                      <a:pt x="37270" y="43175"/>
                      <a:pt x="47316" y="45181"/>
                      <a:pt x="46369" y="55208"/>
                    </a:cubicBezTo>
                    <a:cubicBezTo>
                      <a:pt x="45533" y="64382"/>
                      <a:pt x="37270" y="67093"/>
                      <a:pt x="29173" y="67093"/>
                    </a:cubicBezTo>
                    <a:cubicBezTo>
                      <a:pt x="26611" y="67093"/>
                      <a:pt x="24271" y="67019"/>
                      <a:pt x="21912" y="66220"/>
                    </a:cubicBezTo>
                    <a:lnTo>
                      <a:pt x="28895" y="43175"/>
                    </a:lnTo>
                    <a:close/>
                    <a:moveTo>
                      <a:pt x="38830" y="10863"/>
                    </a:moveTo>
                    <a:cubicBezTo>
                      <a:pt x="40371" y="10381"/>
                      <a:pt x="42507" y="10009"/>
                      <a:pt x="44234" y="10009"/>
                    </a:cubicBezTo>
                    <a:cubicBezTo>
                      <a:pt x="48950" y="10009"/>
                      <a:pt x="55097" y="10603"/>
                      <a:pt x="54540" y="16453"/>
                    </a:cubicBezTo>
                    <a:cubicBezTo>
                      <a:pt x="53500" y="27279"/>
                      <a:pt x="43008" y="31179"/>
                      <a:pt x="38904" y="31179"/>
                    </a:cubicBezTo>
                    <a:lnTo>
                      <a:pt x="32757" y="31179"/>
                    </a:lnTo>
                    <a:lnTo>
                      <a:pt x="38830" y="10863"/>
                    </a:lnTo>
                    <a:close/>
                    <a:moveTo>
                      <a:pt x="0" y="76508"/>
                    </a:moveTo>
                    <a:lnTo>
                      <a:pt x="37474" y="76508"/>
                    </a:lnTo>
                    <a:cubicBezTo>
                      <a:pt x="46109" y="76508"/>
                      <a:pt x="63825" y="71216"/>
                      <a:pt x="65403" y="54800"/>
                    </a:cubicBezTo>
                    <a:cubicBezTo>
                      <a:pt x="66350" y="44846"/>
                      <a:pt x="57975" y="39442"/>
                      <a:pt x="49359" y="37121"/>
                    </a:cubicBezTo>
                    <a:lnTo>
                      <a:pt x="49377" y="36898"/>
                    </a:lnTo>
                    <a:cubicBezTo>
                      <a:pt x="60129" y="34280"/>
                      <a:pt x="72218" y="26165"/>
                      <a:pt x="73295" y="14707"/>
                    </a:cubicBezTo>
                    <a:cubicBezTo>
                      <a:pt x="74707" y="-111"/>
                      <a:pt x="57752" y="0"/>
                      <a:pt x="46759" y="0"/>
                    </a:cubicBezTo>
                    <a:lnTo>
                      <a:pt x="22525" y="0"/>
                    </a:lnTo>
                    <a:lnTo>
                      <a:pt x="0" y="7650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22D60CC5-3D64-4757-A5E8-38F553597F1C}"/>
                  </a:ext>
                </a:extLst>
              </p:cNvPr>
              <p:cNvSpPr/>
              <p:nvPr/>
            </p:nvSpPr>
            <p:spPr>
              <a:xfrm>
                <a:off x="7716046" y="495284"/>
                <a:ext cx="49191" cy="46054"/>
              </a:xfrm>
              <a:custGeom>
                <a:avLst/>
                <a:gdLst>
                  <a:gd name="connsiteX0" fmla="*/ 49192 w 49191"/>
                  <a:gd name="connsiteY0" fmla="*/ 966 h 46054"/>
                  <a:gd name="connsiteX1" fmla="*/ 43899 w 49191"/>
                  <a:gd name="connsiteY1" fmla="*/ 14857 h 46054"/>
                  <a:gd name="connsiteX2" fmla="*/ 39108 w 49191"/>
                  <a:gd name="connsiteY2" fmla="*/ 13798 h 46054"/>
                  <a:gd name="connsiteX3" fmla="*/ 27799 w 49191"/>
                  <a:gd name="connsiteY3" fmla="*/ 20966 h 46054"/>
                  <a:gd name="connsiteX4" fmla="*/ 19666 w 49191"/>
                  <a:gd name="connsiteY4" fmla="*/ 32015 h 46054"/>
                  <a:gd name="connsiteX5" fmla="*/ 15599 w 49191"/>
                  <a:gd name="connsiteY5" fmla="*/ 46054 h 46054"/>
                  <a:gd name="connsiteX6" fmla="*/ 0 w 49191"/>
                  <a:gd name="connsiteY6" fmla="*/ 46054 h 46054"/>
                  <a:gd name="connsiteX7" fmla="*/ 13315 w 49191"/>
                  <a:gd name="connsiteY7" fmla="*/ 168 h 46054"/>
                  <a:gd name="connsiteX8" fmla="*/ 28746 w 49191"/>
                  <a:gd name="connsiteY8" fmla="*/ 168 h 46054"/>
                  <a:gd name="connsiteX9" fmla="*/ 22024 w 49191"/>
                  <a:gd name="connsiteY9" fmla="*/ 20075 h 46054"/>
                  <a:gd name="connsiteX10" fmla="*/ 23008 w 49191"/>
                  <a:gd name="connsiteY10" fmla="*/ 20075 h 46054"/>
                  <a:gd name="connsiteX11" fmla="*/ 32256 w 49191"/>
                  <a:gd name="connsiteY11" fmla="*/ 7132 h 46054"/>
                  <a:gd name="connsiteX12" fmla="*/ 45366 w 49191"/>
                  <a:gd name="connsiteY12" fmla="*/ 1 h 46054"/>
                  <a:gd name="connsiteX13" fmla="*/ 49192 w 49191"/>
                  <a:gd name="connsiteY13" fmla="*/ 966 h 4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9191" h="46054">
                    <a:moveTo>
                      <a:pt x="49192" y="966"/>
                    </a:moveTo>
                    <a:lnTo>
                      <a:pt x="43899" y="14857"/>
                    </a:lnTo>
                    <a:cubicBezTo>
                      <a:pt x="42674" y="14188"/>
                      <a:pt x="40297" y="13798"/>
                      <a:pt x="39108" y="13798"/>
                    </a:cubicBezTo>
                    <a:cubicBezTo>
                      <a:pt x="36378" y="13798"/>
                      <a:pt x="32609" y="16175"/>
                      <a:pt x="27799" y="20966"/>
                    </a:cubicBezTo>
                    <a:cubicBezTo>
                      <a:pt x="23194" y="25516"/>
                      <a:pt x="20501" y="29230"/>
                      <a:pt x="19666" y="32015"/>
                    </a:cubicBezTo>
                    <a:lnTo>
                      <a:pt x="15599" y="46054"/>
                    </a:lnTo>
                    <a:lnTo>
                      <a:pt x="0" y="46054"/>
                    </a:lnTo>
                    <a:lnTo>
                      <a:pt x="13315" y="168"/>
                    </a:lnTo>
                    <a:lnTo>
                      <a:pt x="28746" y="168"/>
                    </a:lnTo>
                    <a:lnTo>
                      <a:pt x="22024" y="20075"/>
                    </a:lnTo>
                    <a:lnTo>
                      <a:pt x="23008" y="20075"/>
                    </a:lnTo>
                    <a:cubicBezTo>
                      <a:pt x="25571" y="15135"/>
                      <a:pt x="28653" y="10864"/>
                      <a:pt x="32256" y="7132"/>
                    </a:cubicBezTo>
                    <a:cubicBezTo>
                      <a:pt x="36843" y="2359"/>
                      <a:pt x="41244" y="1"/>
                      <a:pt x="45366" y="1"/>
                    </a:cubicBezTo>
                    <a:cubicBezTo>
                      <a:pt x="46889" y="-18"/>
                      <a:pt x="48189" y="279"/>
                      <a:pt x="49192" y="966"/>
                    </a:cubicBezTo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A7BFBD6D-5CFB-4A28-9D42-A05491E3F00E}"/>
                  </a:ext>
                </a:extLst>
              </p:cNvPr>
              <p:cNvSpPr/>
              <p:nvPr/>
            </p:nvSpPr>
            <p:spPr>
              <a:xfrm>
                <a:off x="6916110" y="495248"/>
                <a:ext cx="53105" cy="46127"/>
              </a:xfrm>
              <a:custGeom>
                <a:avLst/>
                <a:gdLst>
                  <a:gd name="connsiteX0" fmla="*/ 42785 w 53105"/>
                  <a:gd name="connsiteY0" fmla="*/ 46128 h 46127"/>
                  <a:gd name="connsiteX1" fmla="*/ 27298 w 53105"/>
                  <a:gd name="connsiteY1" fmla="*/ 46090 h 46127"/>
                  <a:gd name="connsiteX2" fmla="*/ 36044 w 53105"/>
                  <a:gd name="connsiteY2" fmla="*/ 15506 h 46127"/>
                  <a:gd name="connsiteX3" fmla="*/ 35301 w 53105"/>
                  <a:gd name="connsiteY3" fmla="*/ 14225 h 46127"/>
                  <a:gd name="connsiteX4" fmla="*/ 26592 w 53105"/>
                  <a:gd name="connsiteY4" fmla="*/ 22525 h 46127"/>
                  <a:gd name="connsiteX5" fmla="*/ 19666 w 53105"/>
                  <a:gd name="connsiteY5" fmla="*/ 32070 h 46127"/>
                  <a:gd name="connsiteX6" fmla="*/ 15617 w 53105"/>
                  <a:gd name="connsiteY6" fmla="*/ 46109 h 46127"/>
                  <a:gd name="connsiteX7" fmla="*/ 0 w 53105"/>
                  <a:gd name="connsiteY7" fmla="*/ 46109 h 46127"/>
                  <a:gd name="connsiteX8" fmla="*/ 13370 w 53105"/>
                  <a:gd name="connsiteY8" fmla="*/ 37 h 46127"/>
                  <a:gd name="connsiteX9" fmla="*/ 28783 w 53105"/>
                  <a:gd name="connsiteY9" fmla="*/ 37 h 46127"/>
                  <a:gd name="connsiteX10" fmla="*/ 22042 w 53105"/>
                  <a:gd name="connsiteY10" fmla="*/ 20111 h 46127"/>
                  <a:gd name="connsiteX11" fmla="*/ 23045 w 53105"/>
                  <a:gd name="connsiteY11" fmla="*/ 20111 h 46127"/>
                  <a:gd name="connsiteX12" fmla="*/ 32275 w 53105"/>
                  <a:gd name="connsiteY12" fmla="*/ 7149 h 46127"/>
                  <a:gd name="connsiteX13" fmla="*/ 45403 w 53105"/>
                  <a:gd name="connsiteY13" fmla="*/ 0 h 46127"/>
                  <a:gd name="connsiteX14" fmla="*/ 51513 w 53105"/>
                  <a:gd name="connsiteY14" fmla="*/ 2711 h 46127"/>
                  <a:gd name="connsiteX15" fmla="*/ 52497 w 53105"/>
                  <a:gd name="connsiteY15" fmla="*/ 11940 h 46127"/>
                  <a:gd name="connsiteX16" fmla="*/ 42785 w 53105"/>
                  <a:gd name="connsiteY16" fmla="*/ 46128 h 4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105" h="46127">
                    <a:moveTo>
                      <a:pt x="42785" y="46128"/>
                    </a:moveTo>
                    <a:lnTo>
                      <a:pt x="27298" y="46090"/>
                    </a:lnTo>
                    <a:cubicBezTo>
                      <a:pt x="27298" y="46090"/>
                      <a:pt x="35394" y="20835"/>
                      <a:pt x="36044" y="15506"/>
                    </a:cubicBezTo>
                    <a:cubicBezTo>
                      <a:pt x="36044" y="15506"/>
                      <a:pt x="36397" y="13816"/>
                      <a:pt x="35301" y="14225"/>
                    </a:cubicBezTo>
                    <a:cubicBezTo>
                      <a:pt x="34224" y="14596"/>
                      <a:pt x="30752" y="17809"/>
                      <a:pt x="26592" y="22525"/>
                    </a:cubicBezTo>
                    <a:cubicBezTo>
                      <a:pt x="22451" y="27261"/>
                      <a:pt x="20148" y="30436"/>
                      <a:pt x="19666" y="32070"/>
                    </a:cubicBezTo>
                    <a:lnTo>
                      <a:pt x="15617" y="46109"/>
                    </a:lnTo>
                    <a:lnTo>
                      <a:pt x="0" y="46109"/>
                    </a:lnTo>
                    <a:lnTo>
                      <a:pt x="13370" y="37"/>
                    </a:lnTo>
                    <a:lnTo>
                      <a:pt x="28783" y="37"/>
                    </a:lnTo>
                    <a:lnTo>
                      <a:pt x="22042" y="20111"/>
                    </a:lnTo>
                    <a:lnTo>
                      <a:pt x="23045" y="20111"/>
                    </a:lnTo>
                    <a:cubicBezTo>
                      <a:pt x="25645" y="15190"/>
                      <a:pt x="28691" y="10826"/>
                      <a:pt x="32275" y="7149"/>
                    </a:cubicBezTo>
                    <a:cubicBezTo>
                      <a:pt x="36936" y="2377"/>
                      <a:pt x="41299" y="0"/>
                      <a:pt x="45403" y="0"/>
                    </a:cubicBezTo>
                    <a:cubicBezTo>
                      <a:pt x="48003" y="0"/>
                      <a:pt x="50064" y="891"/>
                      <a:pt x="51513" y="2711"/>
                    </a:cubicBezTo>
                    <a:cubicBezTo>
                      <a:pt x="52479" y="3974"/>
                      <a:pt x="53946" y="6444"/>
                      <a:pt x="52497" y="11940"/>
                    </a:cubicBezTo>
                    <a:lnTo>
                      <a:pt x="42785" y="46128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E4CE4D91-98A7-4BA6-A389-758B0BC1ABA1}"/>
                  </a:ext>
                </a:extLst>
              </p:cNvPr>
              <p:cNvSpPr/>
              <p:nvPr/>
            </p:nvSpPr>
            <p:spPr>
              <a:xfrm>
                <a:off x="6807606" y="477161"/>
                <a:ext cx="53060" cy="64214"/>
              </a:xfrm>
              <a:custGeom>
                <a:avLst/>
                <a:gdLst>
                  <a:gd name="connsiteX0" fmla="*/ 27279 w 53060"/>
                  <a:gd name="connsiteY0" fmla="*/ 64178 h 64214"/>
                  <a:gd name="connsiteX1" fmla="*/ 36063 w 53060"/>
                  <a:gd name="connsiteY1" fmla="*/ 33593 h 64214"/>
                  <a:gd name="connsiteX2" fmla="*/ 35301 w 53060"/>
                  <a:gd name="connsiteY2" fmla="*/ 32312 h 64214"/>
                  <a:gd name="connsiteX3" fmla="*/ 26611 w 53060"/>
                  <a:gd name="connsiteY3" fmla="*/ 40631 h 64214"/>
                  <a:gd name="connsiteX4" fmla="*/ 19666 w 53060"/>
                  <a:gd name="connsiteY4" fmla="*/ 50139 h 64214"/>
                  <a:gd name="connsiteX5" fmla="*/ 15599 w 53060"/>
                  <a:gd name="connsiteY5" fmla="*/ 64215 h 64214"/>
                  <a:gd name="connsiteX6" fmla="*/ 0 w 53060"/>
                  <a:gd name="connsiteY6" fmla="*/ 64215 h 64214"/>
                  <a:gd name="connsiteX7" fmla="*/ 18570 w 53060"/>
                  <a:gd name="connsiteY7" fmla="*/ 0 h 64214"/>
                  <a:gd name="connsiteX8" fmla="*/ 34057 w 53060"/>
                  <a:gd name="connsiteY8" fmla="*/ 0 h 64214"/>
                  <a:gd name="connsiteX9" fmla="*/ 21968 w 53060"/>
                  <a:gd name="connsiteY9" fmla="*/ 38198 h 64214"/>
                  <a:gd name="connsiteX10" fmla="*/ 22971 w 53060"/>
                  <a:gd name="connsiteY10" fmla="*/ 38198 h 64214"/>
                  <a:gd name="connsiteX11" fmla="*/ 32219 w 53060"/>
                  <a:gd name="connsiteY11" fmla="*/ 25218 h 64214"/>
                  <a:gd name="connsiteX12" fmla="*/ 45348 w 53060"/>
                  <a:gd name="connsiteY12" fmla="*/ 18050 h 64214"/>
                  <a:gd name="connsiteX13" fmla="*/ 51476 w 53060"/>
                  <a:gd name="connsiteY13" fmla="*/ 20798 h 64214"/>
                  <a:gd name="connsiteX14" fmla="*/ 52460 w 53060"/>
                  <a:gd name="connsiteY14" fmla="*/ 30028 h 64214"/>
                  <a:gd name="connsiteX15" fmla="*/ 42767 w 53060"/>
                  <a:gd name="connsiteY15" fmla="*/ 64196 h 64214"/>
                  <a:gd name="connsiteX16" fmla="*/ 27279 w 53060"/>
                  <a:gd name="connsiteY16" fmla="*/ 64196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60" h="64214">
                    <a:moveTo>
                      <a:pt x="27279" y="64178"/>
                    </a:moveTo>
                    <a:cubicBezTo>
                      <a:pt x="27279" y="64178"/>
                      <a:pt x="35060" y="38365"/>
                      <a:pt x="36063" y="33593"/>
                    </a:cubicBezTo>
                    <a:cubicBezTo>
                      <a:pt x="36063" y="33593"/>
                      <a:pt x="36601" y="31773"/>
                      <a:pt x="35301" y="32312"/>
                    </a:cubicBezTo>
                    <a:cubicBezTo>
                      <a:pt x="34020" y="32813"/>
                      <a:pt x="30752" y="35896"/>
                      <a:pt x="26611" y="40631"/>
                    </a:cubicBezTo>
                    <a:cubicBezTo>
                      <a:pt x="22432" y="45348"/>
                      <a:pt x="20130" y="48560"/>
                      <a:pt x="19666" y="50139"/>
                    </a:cubicBezTo>
                    <a:lnTo>
                      <a:pt x="15599" y="64215"/>
                    </a:lnTo>
                    <a:lnTo>
                      <a:pt x="0" y="64215"/>
                    </a:lnTo>
                    <a:lnTo>
                      <a:pt x="18570" y="0"/>
                    </a:lnTo>
                    <a:lnTo>
                      <a:pt x="34057" y="0"/>
                    </a:lnTo>
                    <a:cubicBezTo>
                      <a:pt x="30566" y="12832"/>
                      <a:pt x="26518" y="25534"/>
                      <a:pt x="21968" y="38198"/>
                    </a:cubicBezTo>
                    <a:lnTo>
                      <a:pt x="22971" y="38198"/>
                    </a:lnTo>
                    <a:cubicBezTo>
                      <a:pt x="25571" y="33277"/>
                      <a:pt x="28616" y="28932"/>
                      <a:pt x="32219" y="25218"/>
                    </a:cubicBezTo>
                    <a:cubicBezTo>
                      <a:pt x="36898" y="20445"/>
                      <a:pt x="41244" y="18050"/>
                      <a:pt x="45348" y="18050"/>
                    </a:cubicBezTo>
                    <a:cubicBezTo>
                      <a:pt x="47966" y="18050"/>
                      <a:pt x="50046" y="18960"/>
                      <a:pt x="51476" y="20798"/>
                    </a:cubicBezTo>
                    <a:cubicBezTo>
                      <a:pt x="52441" y="22042"/>
                      <a:pt x="53890" y="24531"/>
                      <a:pt x="52460" y="30028"/>
                    </a:cubicBezTo>
                    <a:lnTo>
                      <a:pt x="42767" y="64196"/>
                    </a:lnTo>
                    <a:lnTo>
                      <a:pt x="27279" y="64196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3C1C70D-63B3-4AA5-9F87-1EEB57AA0366}"/>
                  </a:ext>
                </a:extLst>
              </p:cNvPr>
              <p:cNvSpPr/>
              <p:nvPr/>
            </p:nvSpPr>
            <p:spPr>
              <a:xfrm>
                <a:off x="7345762" y="477142"/>
                <a:ext cx="53079" cy="64214"/>
              </a:xfrm>
              <a:custGeom>
                <a:avLst/>
                <a:gdLst>
                  <a:gd name="connsiteX0" fmla="*/ 27298 w 53079"/>
                  <a:gd name="connsiteY0" fmla="*/ 64196 h 64214"/>
                  <a:gd name="connsiteX1" fmla="*/ 36044 w 53079"/>
                  <a:gd name="connsiteY1" fmla="*/ 33593 h 64214"/>
                  <a:gd name="connsiteX2" fmla="*/ 35301 w 53079"/>
                  <a:gd name="connsiteY2" fmla="*/ 32312 h 64214"/>
                  <a:gd name="connsiteX3" fmla="*/ 26592 w 53079"/>
                  <a:gd name="connsiteY3" fmla="*/ 40612 h 64214"/>
                  <a:gd name="connsiteX4" fmla="*/ 19666 w 53079"/>
                  <a:gd name="connsiteY4" fmla="*/ 50157 h 64214"/>
                  <a:gd name="connsiteX5" fmla="*/ 15580 w 53079"/>
                  <a:gd name="connsiteY5" fmla="*/ 64196 h 64214"/>
                  <a:gd name="connsiteX6" fmla="*/ 0 w 53079"/>
                  <a:gd name="connsiteY6" fmla="*/ 64196 h 64214"/>
                  <a:gd name="connsiteX7" fmla="*/ 18570 w 53079"/>
                  <a:gd name="connsiteY7" fmla="*/ 0 h 64214"/>
                  <a:gd name="connsiteX8" fmla="*/ 34076 w 53079"/>
                  <a:gd name="connsiteY8" fmla="*/ 0 h 64214"/>
                  <a:gd name="connsiteX9" fmla="*/ 21987 w 53079"/>
                  <a:gd name="connsiteY9" fmla="*/ 38217 h 64214"/>
                  <a:gd name="connsiteX10" fmla="*/ 22990 w 53079"/>
                  <a:gd name="connsiteY10" fmla="*/ 38217 h 64214"/>
                  <a:gd name="connsiteX11" fmla="*/ 32237 w 53079"/>
                  <a:gd name="connsiteY11" fmla="*/ 25236 h 64214"/>
                  <a:gd name="connsiteX12" fmla="*/ 45366 w 53079"/>
                  <a:gd name="connsiteY12" fmla="*/ 18087 h 64214"/>
                  <a:gd name="connsiteX13" fmla="*/ 51494 w 53079"/>
                  <a:gd name="connsiteY13" fmla="*/ 20817 h 64214"/>
                  <a:gd name="connsiteX14" fmla="*/ 52479 w 53079"/>
                  <a:gd name="connsiteY14" fmla="*/ 30028 h 64214"/>
                  <a:gd name="connsiteX15" fmla="*/ 42785 w 53079"/>
                  <a:gd name="connsiteY15" fmla="*/ 64215 h 64214"/>
                  <a:gd name="connsiteX16" fmla="*/ 27298 w 53079"/>
                  <a:gd name="connsiteY16" fmla="*/ 64215 h 64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079" h="64214">
                    <a:moveTo>
                      <a:pt x="27298" y="64196"/>
                    </a:moveTo>
                    <a:cubicBezTo>
                      <a:pt x="27298" y="64196"/>
                      <a:pt x="35060" y="38347"/>
                      <a:pt x="36044" y="33593"/>
                    </a:cubicBezTo>
                    <a:cubicBezTo>
                      <a:pt x="36044" y="33593"/>
                      <a:pt x="36620" y="31773"/>
                      <a:pt x="35301" y="32312"/>
                    </a:cubicBezTo>
                    <a:cubicBezTo>
                      <a:pt x="34002" y="32813"/>
                      <a:pt x="30770" y="35914"/>
                      <a:pt x="26592" y="40612"/>
                    </a:cubicBezTo>
                    <a:cubicBezTo>
                      <a:pt x="22432" y="45348"/>
                      <a:pt x="20148" y="48523"/>
                      <a:pt x="19666" y="50157"/>
                    </a:cubicBezTo>
                    <a:lnTo>
                      <a:pt x="15580" y="64196"/>
                    </a:lnTo>
                    <a:lnTo>
                      <a:pt x="0" y="64196"/>
                    </a:lnTo>
                    <a:lnTo>
                      <a:pt x="18570" y="0"/>
                    </a:lnTo>
                    <a:lnTo>
                      <a:pt x="34076" y="0"/>
                    </a:lnTo>
                    <a:cubicBezTo>
                      <a:pt x="30603" y="12795"/>
                      <a:pt x="26555" y="25534"/>
                      <a:pt x="21987" y="38217"/>
                    </a:cubicBezTo>
                    <a:lnTo>
                      <a:pt x="22990" y="38217"/>
                    </a:lnTo>
                    <a:cubicBezTo>
                      <a:pt x="25589" y="33277"/>
                      <a:pt x="28635" y="28932"/>
                      <a:pt x="32237" y="25236"/>
                    </a:cubicBezTo>
                    <a:cubicBezTo>
                      <a:pt x="36898" y="20483"/>
                      <a:pt x="41281" y="18087"/>
                      <a:pt x="45366" y="18087"/>
                    </a:cubicBezTo>
                    <a:cubicBezTo>
                      <a:pt x="47966" y="18087"/>
                      <a:pt x="50009" y="18997"/>
                      <a:pt x="51494" y="20817"/>
                    </a:cubicBezTo>
                    <a:cubicBezTo>
                      <a:pt x="52460" y="22080"/>
                      <a:pt x="53908" y="24549"/>
                      <a:pt x="52479" y="30028"/>
                    </a:cubicBezTo>
                    <a:lnTo>
                      <a:pt x="42785" y="64215"/>
                    </a:lnTo>
                    <a:lnTo>
                      <a:pt x="27298" y="64215"/>
                    </a:lnTo>
                    <a:close/>
                  </a:path>
                </a:pathLst>
              </a:custGeom>
              <a:solidFill>
                <a:srgbClr val="666666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8B6BB2F-1B62-4170-A8A0-9AD444E62378}"/>
                </a:ext>
              </a:extLst>
            </p:cNvPr>
            <p:cNvGrpSpPr/>
            <p:nvPr userDrawn="1"/>
          </p:nvGrpSpPr>
          <p:grpSpPr>
            <a:xfrm>
              <a:off x="6732027" y="127323"/>
              <a:ext cx="345436" cy="299160"/>
              <a:chOff x="6732027" y="127323"/>
              <a:chExt cx="345436" cy="299160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11B875D5-1719-44C9-8167-790D8D7855F6}"/>
                  </a:ext>
                </a:extLst>
              </p:cNvPr>
              <p:cNvSpPr/>
              <p:nvPr/>
            </p:nvSpPr>
            <p:spPr>
              <a:xfrm>
                <a:off x="6732027" y="326763"/>
                <a:ext cx="172718" cy="99720"/>
              </a:xfrm>
              <a:custGeom>
                <a:avLst/>
                <a:gdLst>
                  <a:gd name="connsiteX0" fmla="*/ 115171 w 172718"/>
                  <a:gd name="connsiteY0" fmla="*/ 99720 h 99720"/>
                  <a:gd name="connsiteX1" fmla="*/ 0 w 172718"/>
                  <a:gd name="connsiteY1" fmla="*/ 99720 h 99720"/>
                  <a:gd name="connsiteX2" fmla="*/ 57585 w 172718"/>
                  <a:gd name="connsiteY2" fmla="*/ 0 h 99720"/>
                  <a:gd name="connsiteX3" fmla="*/ 172719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115171" y="99720"/>
                    </a:moveTo>
                    <a:lnTo>
                      <a:pt x="0" y="99720"/>
                    </a:lnTo>
                    <a:lnTo>
                      <a:pt x="57585" y="0"/>
                    </a:lnTo>
                    <a:lnTo>
                      <a:pt x="1727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C78C429D-25D8-4022-B290-ACA78599FCD8}"/>
                  </a:ext>
                </a:extLst>
              </p:cNvPr>
              <p:cNvSpPr/>
              <p:nvPr/>
            </p:nvSpPr>
            <p:spPr>
              <a:xfrm>
                <a:off x="6904745" y="326763"/>
                <a:ext cx="172718" cy="99720"/>
              </a:xfrm>
              <a:custGeom>
                <a:avLst/>
                <a:gdLst>
                  <a:gd name="connsiteX0" fmla="*/ 57567 w 172718"/>
                  <a:gd name="connsiteY0" fmla="*/ 99720 h 99720"/>
                  <a:gd name="connsiteX1" fmla="*/ 172719 w 172718"/>
                  <a:gd name="connsiteY1" fmla="*/ 99720 h 99720"/>
                  <a:gd name="connsiteX2" fmla="*/ 115133 w 172718"/>
                  <a:gd name="connsiteY2" fmla="*/ 0 h 99720"/>
                  <a:gd name="connsiteX3" fmla="*/ 0 w 172718"/>
                  <a:gd name="connsiteY3" fmla="*/ 0 h 99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718" h="99720">
                    <a:moveTo>
                      <a:pt x="57567" y="99720"/>
                    </a:moveTo>
                    <a:lnTo>
                      <a:pt x="172719" y="99720"/>
                    </a:lnTo>
                    <a:lnTo>
                      <a:pt x="1151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66573C1D-15D4-4D3B-B3B8-3EC0084DEAE4}"/>
                  </a:ext>
                </a:extLst>
              </p:cNvPr>
              <p:cNvSpPr/>
              <p:nvPr/>
            </p:nvSpPr>
            <p:spPr>
              <a:xfrm>
                <a:off x="6847197" y="127323"/>
                <a:ext cx="115114" cy="199440"/>
              </a:xfrm>
              <a:custGeom>
                <a:avLst/>
                <a:gdLst>
                  <a:gd name="connsiteX0" fmla="*/ 115115 w 115114"/>
                  <a:gd name="connsiteY0" fmla="*/ 99720 h 199440"/>
                  <a:gd name="connsiteX1" fmla="*/ 57548 w 115114"/>
                  <a:gd name="connsiteY1" fmla="*/ 0 h 199440"/>
                  <a:gd name="connsiteX2" fmla="*/ 0 w 115114"/>
                  <a:gd name="connsiteY2" fmla="*/ 99720 h 199440"/>
                  <a:gd name="connsiteX3" fmla="*/ 57548 w 115114"/>
                  <a:gd name="connsiteY3" fmla="*/ 199441 h 1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114" h="199440">
                    <a:moveTo>
                      <a:pt x="115115" y="99720"/>
                    </a:moveTo>
                    <a:lnTo>
                      <a:pt x="57548" y="0"/>
                    </a:lnTo>
                    <a:lnTo>
                      <a:pt x="0" y="99720"/>
                    </a:lnTo>
                    <a:lnTo>
                      <a:pt x="57548" y="199441"/>
                    </a:lnTo>
                    <a:close/>
                  </a:path>
                </a:pathLst>
              </a:custGeom>
              <a:solidFill>
                <a:srgbClr val="FF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1074234-1391-44C9-9690-523D9505C6FD}"/>
                </a:ext>
              </a:extLst>
            </p:cNvPr>
            <p:cNvGrpSpPr/>
            <p:nvPr userDrawn="1"/>
          </p:nvGrpSpPr>
          <p:grpSpPr>
            <a:xfrm>
              <a:off x="7109609" y="214508"/>
              <a:ext cx="654477" cy="214037"/>
              <a:chOff x="7109609" y="214508"/>
              <a:chExt cx="654477" cy="214037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6AF38C4-3713-44C9-B692-5A5ECAEAC5C7}"/>
                  </a:ext>
                </a:extLst>
              </p:cNvPr>
              <p:cNvSpPr/>
              <p:nvPr/>
            </p:nvSpPr>
            <p:spPr>
              <a:xfrm>
                <a:off x="7109609" y="330013"/>
                <a:ext cx="72794" cy="96470"/>
              </a:xfrm>
              <a:custGeom>
                <a:avLst/>
                <a:gdLst>
                  <a:gd name="connsiteX0" fmla="*/ 19554 w 72794"/>
                  <a:gd name="connsiteY0" fmla="*/ 54001 h 96470"/>
                  <a:gd name="connsiteX1" fmla="*/ 65663 w 72794"/>
                  <a:gd name="connsiteY1" fmla="*/ 54001 h 96470"/>
                  <a:gd name="connsiteX2" fmla="*/ 65663 w 72794"/>
                  <a:gd name="connsiteY2" fmla="*/ 37307 h 96470"/>
                  <a:gd name="connsiteX3" fmla="*/ 19554 w 72794"/>
                  <a:gd name="connsiteY3" fmla="*/ 37307 h 96470"/>
                  <a:gd name="connsiteX4" fmla="*/ 19554 w 72794"/>
                  <a:gd name="connsiteY4" fmla="*/ 16713 h 96470"/>
                  <a:gd name="connsiteX5" fmla="*/ 71438 w 72794"/>
                  <a:gd name="connsiteY5" fmla="*/ 16713 h 96470"/>
                  <a:gd name="connsiteX6" fmla="*/ 71438 w 72794"/>
                  <a:gd name="connsiteY6" fmla="*/ 0 h 96470"/>
                  <a:gd name="connsiteX7" fmla="*/ 19554 w 72794"/>
                  <a:gd name="connsiteY7" fmla="*/ 0 h 96470"/>
                  <a:gd name="connsiteX8" fmla="*/ 0 w 72794"/>
                  <a:gd name="connsiteY8" fmla="*/ 0 h 96470"/>
                  <a:gd name="connsiteX9" fmla="*/ 0 w 72794"/>
                  <a:gd name="connsiteY9" fmla="*/ 16713 h 96470"/>
                  <a:gd name="connsiteX10" fmla="*/ 0 w 72794"/>
                  <a:gd name="connsiteY10" fmla="*/ 79702 h 96470"/>
                  <a:gd name="connsiteX11" fmla="*/ 0 w 72794"/>
                  <a:gd name="connsiteY11" fmla="*/ 96471 h 96470"/>
                  <a:gd name="connsiteX12" fmla="*/ 19554 w 72794"/>
                  <a:gd name="connsiteY12" fmla="*/ 96471 h 96470"/>
                  <a:gd name="connsiteX13" fmla="*/ 72794 w 72794"/>
                  <a:gd name="connsiteY13" fmla="*/ 96471 h 96470"/>
                  <a:gd name="connsiteX14" fmla="*/ 72794 w 72794"/>
                  <a:gd name="connsiteY14" fmla="*/ 79702 h 96470"/>
                  <a:gd name="connsiteX15" fmla="*/ 19554 w 72794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94" h="96470">
                    <a:moveTo>
                      <a:pt x="19554" y="54001"/>
                    </a:moveTo>
                    <a:lnTo>
                      <a:pt x="65663" y="54001"/>
                    </a:lnTo>
                    <a:lnTo>
                      <a:pt x="65663" y="37307"/>
                    </a:lnTo>
                    <a:lnTo>
                      <a:pt x="19554" y="37307"/>
                    </a:lnTo>
                    <a:lnTo>
                      <a:pt x="19554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5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54" y="96471"/>
                    </a:lnTo>
                    <a:lnTo>
                      <a:pt x="72794" y="96471"/>
                    </a:lnTo>
                    <a:lnTo>
                      <a:pt x="72794" y="79702"/>
                    </a:lnTo>
                    <a:lnTo>
                      <a:pt x="19554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2BC38DCF-0B06-4A7F-8B0C-C394442C8CF8}"/>
                  </a:ext>
                </a:extLst>
              </p:cNvPr>
              <p:cNvSpPr/>
              <p:nvPr/>
            </p:nvSpPr>
            <p:spPr>
              <a:xfrm>
                <a:off x="7109609" y="217442"/>
                <a:ext cx="96155" cy="96452"/>
              </a:xfrm>
              <a:custGeom>
                <a:avLst/>
                <a:gdLst>
                  <a:gd name="connsiteX0" fmla="*/ 18217 w 96155"/>
                  <a:gd name="connsiteY0" fmla="*/ 24754 h 96452"/>
                  <a:gd name="connsiteX1" fmla="*/ 38681 w 96155"/>
                  <a:gd name="connsiteY1" fmla="*/ 96452 h 96452"/>
                  <a:gd name="connsiteX2" fmla="*/ 39517 w 96155"/>
                  <a:gd name="connsiteY2" fmla="*/ 96452 h 96452"/>
                  <a:gd name="connsiteX3" fmla="*/ 56657 w 96155"/>
                  <a:gd name="connsiteY3" fmla="*/ 96452 h 96452"/>
                  <a:gd name="connsiteX4" fmla="*/ 57474 w 96155"/>
                  <a:gd name="connsiteY4" fmla="*/ 96452 h 96452"/>
                  <a:gd name="connsiteX5" fmla="*/ 77938 w 96155"/>
                  <a:gd name="connsiteY5" fmla="*/ 24754 h 96452"/>
                  <a:gd name="connsiteX6" fmla="*/ 77938 w 96155"/>
                  <a:gd name="connsiteY6" fmla="*/ 96452 h 96452"/>
                  <a:gd name="connsiteX7" fmla="*/ 96155 w 96155"/>
                  <a:gd name="connsiteY7" fmla="*/ 96452 h 96452"/>
                  <a:gd name="connsiteX8" fmla="*/ 96155 w 96155"/>
                  <a:gd name="connsiteY8" fmla="*/ 0 h 96452"/>
                  <a:gd name="connsiteX9" fmla="*/ 86220 w 96155"/>
                  <a:gd name="connsiteY9" fmla="*/ 0 h 96452"/>
                  <a:gd name="connsiteX10" fmla="*/ 77659 w 96155"/>
                  <a:gd name="connsiteY10" fmla="*/ 0 h 96452"/>
                  <a:gd name="connsiteX11" fmla="*/ 68282 w 96155"/>
                  <a:gd name="connsiteY11" fmla="*/ 0 h 96452"/>
                  <a:gd name="connsiteX12" fmla="*/ 48077 w 96155"/>
                  <a:gd name="connsiteY12" fmla="*/ 67706 h 96452"/>
                  <a:gd name="connsiteX13" fmla="*/ 27892 w 96155"/>
                  <a:gd name="connsiteY13" fmla="*/ 0 h 96452"/>
                  <a:gd name="connsiteX14" fmla="*/ 18533 w 96155"/>
                  <a:gd name="connsiteY14" fmla="*/ 0 h 96452"/>
                  <a:gd name="connsiteX15" fmla="*/ 9953 w 96155"/>
                  <a:gd name="connsiteY15" fmla="*/ 0 h 96452"/>
                  <a:gd name="connsiteX16" fmla="*/ 0 w 96155"/>
                  <a:gd name="connsiteY16" fmla="*/ 0 h 96452"/>
                  <a:gd name="connsiteX17" fmla="*/ 0 w 96155"/>
                  <a:gd name="connsiteY17" fmla="*/ 96452 h 96452"/>
                  <a:gd name="connsiteX18" fmla="*/ 18217 w 96155"/>
                  <a:gd name="connsiteY18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155" h="96452">
                    <a:moveTo>
                      <a:pt x="18217" y="24754"/>
                    </a:moveTo>
                    <a:lnTo>
                      <a:pt x="38681" y="96452"/>
                    </a:lnTo>
                    <a:lnTo>
                      <a:pt x="39517" y="96452"/>
                    </a:lnTo>
                    <a:lnTo>
                      <a:pt x="56657" y="96452"/>
                    </a:lnTo>
                    <a:lnTo>
                      <a:pt x="57474" y="96452"/>
                    </a:lnTo>
                    <a:lnTo>
                      <a:pt x="77938" y="24754"/>
                    </a:lnTo>
                    <a:lnTo>
                      <a:pt x="77938" y="96452"/>
                    </a:lnTo>
                    <a:lnTo>
                      <a:pt x="96155" y="96452"/>
                    </a:lnTo>
                    <a:lnTo>
                      <a:pt x="96155" y="0"/>
                    </a:lnTo>
                    <a:lnTo>
                      <a:pt x="86220" y="0"/>
                    </a:lnTo>
                    <a:lnTo>
                      <a:pt x="77659" y="0"/>
                    </a:lnTo>
                    <a:lnTo>
                      <a:pt x="68282" y="0"/>
                    </a:lnTo>
                    <a:lnTo>
                      <a:pt x="48077" y="67706"/>
                    </a:lnTo>
                    <a:lnTo>
                      <a:pt x="27892" y="0"/>
                    </a:lnTo>
                    <a:lnTo>
                      <a:pt x="18533" y="0"/>
                    </a:lnTo>
                    <a:lnTo>
                      <a:pt x="995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8217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CC1326B-F497-4868-9CDA-E4912B16F334}"/>
                  </a:ext>
                </a:extLst>
              </p:cNvPr>
              <p:cNvSpPr/>
              <p:nvPr/>
            </p:nvSpPr>
            <p:spPr>
              <a:xfrm>
                <a:off x="755246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125D7DA5-CF04-419E-B0E4-A5B99D758F7B}"/>
                  </a:ext>
                </a:extLst>
              </p:cNvPr>
              <p:cNvSpPr/>
              <p:nvPr/>
            </p:nvSpPr>
            <p:spPr>
              <a:xfrm>
                <a:off x="7568304" y="330013"/>
                <a:ext cx="19424" cy="96470"/>
              </a:xfrm>
              <a:custGeom>
                <a:avLst/>
                <a:gdLst>
                  <a:gd name="connsiteX0" fmla="*/ 0 w 19424"/>
                  <a:gd name="connsiteY0" fmla="*/ 0 h 96470"/>
                  <a:gd name="connsiteX1" fmla="*/ 19424 w 19424"/>
                  <a:gd name="connsiteY1" fmla="*/ 0 h 96470"/>
                  <a:gd name="connsiteX2" fmla="*/ 19424 w 19424"/>
                  <a:gd name="connsiteY2" fmla="*/ 96471 h 96470"/>
                  <a:gd name="connsiteX3" fmla="*/ 0 w 19424"/>
                  <a:gd name="connsiteY3" fmla="*/ 96471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70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71"/>
                    </a:lnTo>
                    <a:lnTo>
                      <a:pt x="0" y="96471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CECB7794-BCBF-4C65-9A32-2AC02B414E29}"/>
                  </a:ext>
                </a:extLst>
              </p:cNvPr>
              <p:cNvSpPr/>
              <p:nvPr/>
            </p:nvSpPr>
            <p:spPr>
              <a:xfrm>
                <a:off x="7744644" y="217442"/>
                <a:ext cx="19442" cy="96452"/>
              </a:xfrm>
              <a:custGeom>
                <a:avLst/>
                <a:gdLst>
                  <a:gd name="connsiteX0" fmla="*/ 0 w 19442"/>
                  <a:gd name="connsiteY0" fmla="*/ 0 h 96452"/>
                  <a:gd name="connsiteX1" fmla="*/ 19443 w 19442"/>
                  <a:gd name="connsiteY1" fmla="*/ 0 h 96452"/>
                  <a:gd name="connsiteX2" fmla="*/ 19443 w 19442"/>
                  <a:gd name="connsiteY2" fmla="*/ 96452 h 96452"/>
                  <a:gd name="connsiteX3" fmla="*/ 0 w 19442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42" h="96452">
                    <a:moveTo>
                      <a:pt x="0" y="0"/>
                    </a:moveTo>
                    <a:lnTo>
                      <a:pt x="19443" y="0"/>
                    </a:lnTo>
                    <a:lnTo>
                      <a:pt x="19443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BA93CC3-D629-4AE2-9B5D-30D961FB80EC}"/>
                  </a:ext>
                </a:extLst>
              </p:cNvPr>
              <p:cNvSpPr/>
              <p:nvPr/>
            </p:nvSpPr>
            <p:spPr>
              <a:xfrm>
                <a:off x="7213526" y="217442"/>
                <a:ext cx="19424" cy="96452"/>
              </a:xfrm>
              <a:custGeom>
                <a:avLst/>
                <a:gdLst>
                  <a:gd name="connsiteX0" fmla="*/ 0 w 19424"/>
                  <a:gd name="connsiteY0" fmla="*/ 0 h 96452"/>
                  <a:gd name="connsiteX1" fmla="*/ 19424 w 19424"/>
                  <a:gd name="connsiteY1" fmla="*/ 0 h 96452"/>
                  <a:gd name="connsiteX2" fmla="*/ 19424 w 19424"/>
                  <a:gd name="connsiteY2" fmla="*/ 96452 h 96452"/>
                  <a:gd name="connsiteX3" fmla="*/ 0 w 19424"/>
                  <a:gd name="connsiteY3" fmla="*/ 96452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24" h="96452">
                    <a:moveTo>
                      <a:pt x="0" y="0"/>
                    </a:moveTo>
                    <a:lnTo>
                      <a:pt x="19424" y="0"/>
                    </a:lnTo>
                    <a:lnTo>
                      <a:pt x="19424" y="96452"/>
                    </a:lnTo>
                    <a:lnTo>
                      <a:pt x="0" y="964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3CADCB89-534C-4F0F-BB53-FF90BC6F09DE}"/>
                  </a:ext>
                </a:extLst>
              </p:cNvPr>
              <p:cNvSpPr/>
              <p:nvPr/>
            </p:nvSpPr>
            <p:spPr>
              <a:xfrm>
                <a:off x="7659742" y="217442"/>
                <a:ext cx="76879" cy="96452"/>
              </a:xfrm>
              <a:custGeom>
                <a:avLst/>
                <a:gdLst>
                  <a:gd name="connsiteX0" fmla="*/ 57752 w 76879"/>
                  <a:gd name="connsiteY0" fmla="*/ 37623 h 96452"/>
                  <a:gd name="connsiteX1" fmla="*/ 19127 w 76879"/>
                  <a:gd name="connsiteY1" fmla="*/ 37623 h 96452"/>
                  <a:gd name="connsiteX2" fmla="*/ 19127 w 76879"/>
                  <a:gd name="connsiteY2" fmla="*/ 0 h 96452"/>
                  <a:gd name="connsiteX3" fmla="*/ 0 w 76879"/>
                  <a:gd name="connsiteY3" fmla="*/ 0 h 96452"/>
                  <a:gd name="connsiteX4" fmla="*/ 0 w 76879"/>
                  <a:gd name="connsiteY4" fmla="*/ 96452 h 96452"/>
                  <a:gd name="connsiteX5" fmla="*/ 19127 w 76879"/>
                  <a:gd name="connsiteY5" fmla="*/ 96452 h 96452"/>
                  <a:gd name="connsiteX6" fmla="*/ 19127 w 76879"/>
                  <a:gd name="connsiteY6" fmla="*/ 54354 h 96452"/>
                  <a:gd name="connsiteX7" fmla="*/ 57752 w 76879"/>
                  <a:gd name="connsiteY7" fmla="*/ 54354 h 96452"/>
                  <a:gd name="connsiteX8" fmla="*/ 57752 w 76879"/>
                  <a:gd name="connsiteY8" fmla="*/ 96452 h 96452"/>
                  <a:gd name="connsiteX9" fmla="*/ 76879 w 76879"/>
                  <a:gd name="connsiteY9" fmla="*/ 96452 h 96452"/>
                  <a:gd name="connsiteX10" fmla="*/ 76879 w 76879"/>
                  <a:gd name="connsiteY10" fmla="*/ 0 h 96452"/>
                  <a:gd name="connsiteX11" fmla="*/ 57752 w 76879"/>
                  <a:gd name="connsiteY11" fmla="*/ 0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6879" h="96452">
                    <a:moveTo>
                      <a:pt x="57752" y="37623"/>
                    </a:moveTo>
                    <a:lnTo>
                      <a:pt x="19127" y="37623"/>
                    </a:lnTo>
                    <a:lnTo>
                      <a:pt x="19127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19127" y="96452"/>
                    </a:lnTo>
                    <a:lnTo>
                      <a:pt x="19127" y="54354"/>
                    </a:lnTo>
                    <a:lnTo>
                      <a:pt x="57752" y="54354"/>
                    </a:lnTo>
                    <a:lnTo>
                      <a:pt x="57752" y="96452"/>
                    </a:lnTo>
                    <a:lnTo>
                      <a:pt x="76879" y="96452"/>
                    </a:lnTo>
                    <a:lnTo>
                      <a:pt x="76879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87ACE08-7EE5-41A4-9E2B-43C0C738738F}"/>
                  </a:ext>
                </a:extLst>
              </p:cNvPr>
              <p:cNvSpPr/>
              <p:nvPr/>
            </p:nvSpPr>
            <p:spPr>
              <a:xfrm>
                <a:off x="7238112" y="217442"/>
                <a:ext cx="67000" cy="96452"/>
              </a:xfrm>
              <a:custGeom>
                <a:avLst/>
                <a:gdLst>
                  <a:gd name="connsiteX0" fmla="*/ 23584 w 67000"/>
                  <a:gd name="connsiteY0" fmla="*/ 96452 h 96452"/>
                  <a:gd name="connsiteX1" fmla="*/ 43416 w 67000"/>
                  <a:gd name="connsiteY1" fmla="*/ 96452 h 96452"/>
                  <a:gd name="connsiteX2" fmla="*/ 43416 w 67000"/>
                  <a:gd name="connsiteY2" fmla="*/ 16713 h 96452"/>
                  <a:gd name="connsiteX3" fmla="*/ 67000 w 67000"/>
                  <a:gd name="connsiteY3" fmla="*/ 16713 h 96452"/>
                  <a:gd name="connsiteX4" fmla="*/ 67000 w 67000"/>
                  <a:gd name="connsiteY4" fmla="*/ 0 h 96452"/>
                  <a:gd name="connsiteX5" fmla="*/ 43416 w 67000"/>
                  <a:gd name="connsiteY5" fmla="*/ 0 h 96452"/>
                  <a:gd name="connsiteX6" fmla="*/ 23584 w 67000"/>
                  <a:gd name="connsiteY6" fmla="*/ 0 h 96452"/>
                  <a:gd name="connsiteX7" fmla="*/ 0 w 67000"/>
                  <a:gd name="connsiteY7" fmla="*/ 0 h 96452"/>
                  <a:gd name="connsiteX8" fmla="*/ 0 w 67000"/>
                  <a:gd name="connsiteY8" fmla="*/ 16713 h 96452"/>
                  <a:gd name="connsiteX9" fmla="*/ 23584 w 67000"/>
                  <a:gd name="connsiteY9" fmla="*/ 16713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52">
                    <a:moveTo>
                      <a:pt x="23584" y="96452"/>
                    </a:moveTo>
                    <a:lnTo>
                      <a:pt x="43416" y="96452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23B0640-EA09-405A-A529-E51F0594C773}"/>
                  </a:ext>
                </a:extLst>
              </p:cNvPr>
              <p:cNvSpPr/>
              <p:nvPr/>
            </p:nvSpPr>
            <p:spPr>
              <a:xfrm>
                <a:off x="7415344" y="330013"/>
                <a:ext cx="67000" cy="96470"/>
              </a:xfrm>
              <a:custGeom>
                <a:avLst/>
                <a:gdLst>
                  <a:gd name="connsiteX0" fmla="*/ 23584 w 67000"/>
                  <a:gd name="connsiteY0" fmla="*/ 96471 h 96470"/>
                  <a:gd name="connsiteX1" fmla="*/ 43416 w 67000"/>
                  <a:gd name="connsiteY1" fmla="*/ 96471 h 96470"/>
                  <a:gd name="connsiteX2" fmla="*/ 43416 w 67000"/>
                  <a:gd name="connsiteY2" fmla="*/ 16713 h 96470"/>
                  <a:gd name="connsiteX3" fmla="*/ 67000 w 67000"/>
                  <a:gd name="connsiteY3" fmla="*/ 16713 h 96470"/>
                  <a:gd name="connsiteX4" fmla="*/ 67000 w 67000"/>
                  <a:gd name="connsiteY4" fmla="*/ 0 h 96470"/>
                  <a:gd name="connsiteX5" fmla="*/ 43416 w 67000"/>
                  <a:gd name="connsiteY5" fmla="*/ 0 h 96470"/>
                  <a:gd name="connsiteX6" fmla="*/ 23584 w 67000"/>
                  <a:gd name="connsiteY6" fmla="*/ 0 h 96470"/>
                  <a:gd name="connsiteX7" fmla="*/ 0 w 67000"/>
                  <a:gd name="connsiteY7" fmla="*/ 0 h 96470"/>
                  <a:gd name="connsiteX8" fmla="*/ 0 w 67000"/>
                  <a:gd name="connsiteY8" fmla="*/ 16713 h 96470"/>
                  <a:gd name="connsiteX9" fmla="*/ 23584 w 67000"/>
                  <a:gd name="connsiteY9" fmla="*/ 16713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000" h="96470">
                    <a:moveTo>
                      <a:pt x="23584" y="96471"/>
                    </a:moveTo>
                    <a:lnTo>
                      <a:pt x="43416" y="96471"/>
                    </a:lnTo>
                    <a:lnTo>
                      <a:pt x="43416" y="16713"/>
                    </a:lnTo>
                    <a:lnTo>
                      <a:pt x="67000" y="16713"/>
                    </a:lnTo>
                    <a:lnTo>
                      <a:pt x="67000" y="0"/>
                    </a:lnTo>
                    <a:lnTo>
                      <a:pt x="43416" y="0"/>
                    </a:lnTo>
                    <a:lnTo>
                      <a:pt x="23584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23584" y="16713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CD8739FC-F8EC-4B8F-9BAA-6032EE7E5150}"/>
                  </a:ext>
                </a:extLst>
              </p:cNvPr>
              <p:cNvSpPr/>
              <p:nvPr/>
            </p:nvSpPr>
            <p:spPr>
              <a:xfrm>
                <a:off x="7387637" y="217442"/>
                <a:ext cx="76508" cy="99163"/>
              </a:xfrm>
              <a:custGeom>
                <a:avLst/>
                <a:gdLst>
                  <a:gd name="connsiteX0" fmla="*/ 38050 w 76508"/>
                  <a:gd name="connsiteY0" fmla="*/ 99163 h 99163"/>
                  <a:gd name="connsiteX1" fmla="*/ 76508 w 76508"/>
                  <a:gd name="connsiteY1" fmla="*/ 66369 h 99163"/>
                  <a:gd name="connsiteX2" fmla="*/ 76508 w 76508"/>
                  <a:gd name="connsiteY2" fmla="*/ 0 h 99163"/>
                  <a:gd name="connsiteX3" fmla="*/ 57084 w 76508"/>
                  <a:gd name="connsiteY3" fmla="*/ 0 h 99163"/>
                  <a:gd name="connsiteX4" fmla="*/ 57084 w 76508"/>
                  <a:gd name="connsiteY4" fmla="*/ 68114 h 99163"/>
                  <a:gd name="connsiteX5" fmla="*/ 38031 w 76508"/>
                  <a:gd name="connsiteY5" fmla="*/ 83342 h 99163"/>
                  <a:gd name="connsiteX6" fmla="*/ 19108 w 76508"/>
                  <a:gd name="connsiteY6" fmla="*/ 68114 h 99163"/>
                  <a:gd name="connsiteX7" fmla="*/ 19108 w 76508"/>
                  <a:gd name="connsiteY7" fmla="*/ 0 h 99163"/>
                  <a:gd name="connsiteX8" fmla="*/ 0 w 76508"/>
                  <a:gd name="connsiteY8" fmla="*/ 0 h 99163"/>
                  <a:gd name="connsiteX9" fmla="*/ 0 w 76508"/>
                  <a:gd name="connsiteY9" fmla="*/ 66369 h 99163"/>
                  <a:gd name="connsiteX10" fmla="*/ 38050 w 76508"/>
                  <a:gd name="connsiteY10" fmla="*/ 99163 h 99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6508" h="99163">
                    <a:moveTo>
                      <a:pt x="38050" y="99163"/>
                    </a:moveTo>
                    <a:cubicBezTo>
                      <a:pt x="62785" y="99163"/>
                      <a:pt x="76508" y="87910"/>
                      <a:pt x="76508" y="66369"/>
                    </a:cubicBezTo>
                    <a:lnTo>
                      <a:pt x="76508" y="0"/>
                    </a:lnTo>
                    <a:lnTo>
                      <a:pt x="57084" y="0"/>
                    </a:lnTo>
                    <a:lnTo>
                      <a:pt x="57084" y="68114"/>
                    </a:lnTo>
                    <a:cubicBezTo>
                      <a:pt x="57084" y="76415"/>
                      <a:pt x="50102" y="83342"/>
                      <a:pt x="38031" y="83342"/>
                    </a:cubicBezTo>
                    <a:cubicBezTo>
                      <a:pt x="23398" y="83342"/>
                      <a:pt x="19108" y="75171"/>
                      <a:pt x="19108" y="68114"/>
                    </a:cubicBezTo>
                    <a:lnTo>
                      <a:pt x="19108" y="0"/>
                    </a:lnTo>
                    <a:lnTo>
                      <a:pt x="0" y="0"/>
                    </a:lnTo>
                    <a:lnTo>
                      <a:pt x="0" y="66369"/>
                    </a:lnTo>
                    <a:cubicBezTo>
                      <a:pt x="0" y="89525"/>
                      <a:pt x="14392" y="99163"/>
                      <a:pt x="38050" y="99163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D850DF2-BD9B-47B8-A358-4B36CD7826C7}"/>
                  </a:ext>
                </a:extLst>
              </p:cNvPr>
              <p:cNvSpPr/>
              <p:nvPr/>
            </p:nvSpPr>
            <p:spPr>
              <a:xfrm>
                <a:off x="7259263" y="330013"/>
                <a:ext cx="72775" cy="96470"/>
              </a:xfrm>
              <a:custGeom>
                <a:avLst/>
                <a:gdLst>
                  <a:gd name="connsiteX0" fmla="*/ 19536 w 72775"/>
                  <a:gd name="connsiteY0" fmla="*/ 54001 h 96470"/>
                  <a:gd name="connsiteX1" fmla="*/ 65682 w 72775"/>
                  <a:gd name="connsiteY1" fmla="*/ 54001 h 96470"/>
                  <a:gd name="connsiteX2" fmla="*/ 65682 w 72775"/>
                  <a:gd name="connsiteY2" fmla="*/ 37307 h 96470"/>
                  <a:gd name="connsiteX3" fmla="*/ 19536 w 72775"/>
                  <a:gd name="connsiteY3" fmla="*/ 37307 h 96470"/>
                  <a:gd name="connsiteX4" fmla="*/ 19536 w 72775"/>
                  <a:gd name="connsiteY4" fmla="*/ 16713 h 96470"/>
                  <a:gd name="connsiteX5" fmla="*/ 71438 w 72775"/>
                  <a:gd name="connsiteY5" fmla="*/ 16713 h 96470"/>
                  <a:gd name="connsiteX6" fmla="*/ 71438 w 72775"/>
                  <a:gd name="connsiteY6" fmla="*/ 0 h 96470"/>
                  <a:gd name="connsiteX7" fmla="*/ 19536 w 72775"/>
                  <a:gd name="connsiteY7" fmla="*/ 0 h 96470"/>
                  <a:gd name="connsiteX8" fmla="*/ 0 w 72775"/>
                  <a:gd name="connsiteY8" fmla="*/ 0 h 96470"/>
                  <a:gd name="connsiteX9" fmla="*/ 0 w 72775"/>
                  <a:gd name="connsiteY9" fmla="*/ 16713 h 96470"/>
                  <a:gd name="connsiteX10" fmla="*/ 0 w 72775"/>
                  <a:gd name="connsiteY10" fmla="*/ 79702 h 96470"/>
                  <a:gd name="connsiteX11" fmla="*/ 0 w 72775"/>
                  <a:gd name="connsiteY11" fmla="*/ 96471 h 96470"/>
                  <a:gd name="connsiteX12" fmla="*/ 19536 w 72775"/>
                  <a:gd name="connsiteY12" fmla="*/ 96471 h 96470"/>
                  <a:gd name="connsiteX13" fmla="*/ 72776 w 72775"/>
                  <a:gd name="connsiteY13" fmla="*/ 96471 h 96470"/>
                  <a:gd name="connsiteX14" fmla="*/ 72776 w 72775"/>
                  <a:gd name="connsiteY14" fmla="*/ 79702 h 96470"/>
                  <a:gd name="connsiteX15" fmla="*/ 19536 w 72775"/>
                  <a:gd name="connsiteY15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775" h="96470">
                    <a:moveTo>
                      <a:pt x="19536" y="54001"/>
                    </a:moveTo>
                    <a:lnTo>
                      <a:pt x="65682" y="54001"/>
                    </a:lnTo>
                    <a:lnTo>
                      <a:pt x="65682" y="37307"/>
                    </a:lnTo>
                    <a:lnTo>
                      <a:pt x="19536" y="37307"/>
                    </a:lnTo>
                    <a:lnTo>
                      <a:pt x="19536" y="16713"/>
                    </a:lnTo>
                    <a:lnTo>
                      <a:pt x="71438" y="16713"/>
                    </a:lnTo>
                    <a:lnTo>
                      <a:pt x="71438" y="0"/>
                    </a:lnTo>
                    <a:lnTo>
                      <a:pt x="19536" y="0"/>
                    </a:lnTo>
                    <a:lnTo>
                      <a:pt x="0" y="0"/>
                    </a:lnTo>
                    <a:lnTo>
                      <a:pt x="0" y="16713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72776" y="96471"/>
                    </a:lnTo>
                    <a:lnTo>
                      <a:pt x="72776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139FC834-B267-4B7F-9CAB-EFE76A4512F8}"/>
                  </a:ext>
                </a:extLst>
              </p:cNvPr>
              <p:cNvSpPr/>
              <p:nvPr/>
            </p:nvSpPr>
            <p:spPr>
              <a:xfrm>
                <a:off x="7471016" y="217442"/>
                <a:ext cx="76879" cy="96452"/>
              </a:xfrm>
              <a:custGeom>
                <a:avLst/>
                <a:gdLst>
                  <a:gd name="connsiteX0" fmla="*/ 20037 w 76879"/>
                  <a:gd name="connsiteY0" fmla="*/ 96452 h 96452"/>
                  <a:gd name="connsiteX1" fmla="*/ 47892 w 76879"/>
                  <a:gd name="connsiteY1" fmla="*/ 96452 h 96452"/>
                  <a:gd name="connsiteX2" fmla="*/ 76879 w 76879"/>
                  <a:gd name="connsiteY2" fmla="*/ 70417 h 96452"/>
                  <a:gd name="connsiteX3" fmla="*/ 58254 w 76879"/>
                  <a:gd name="connsiteY3" fmla="*/ 45181 h 96452"/>
                  <a:gd name="connsiteX4" fmla="*/ 73537 w 76879"/>
                  <a:gd name="connsiteY4" fmla="*/ 23751 h 96452"/>
                  <a:gd name="connsiteX5" fmla="*/ 43472 w 76879"/>
                  <a:gd name="connsiteY5" fmla="*/ 0 h 96452"/>
                  <a:gd name="connsiteX6" fmla="*/ 20037 w 76879"/>
                  <a:gd name="connsiteY6" fmla="*/ 0 h 96452"/>
                  <a:gd name="connsiteX7" fmla="*/ 93 w 76879"/>
                  <a:gd name="connsiteY7" fmla="*/ 0 h 96452"/>
                  <a:gd name="connsiteX8" fmla="*/ 0 w 76879"/>
                  <a:gd name="connsiteY8" fmla="*/ 0 h 96452"/>
                  <a:gd name="connsiteX9" fmla="*/ 0 w 76879"/>
                  <a:gd name="connsiteY9" fmla="*/ 96452 h 96452"/>
                  <a:gd name="connsiteX10" fmla="*/ 93 w 76879"/>
                  <a:gd name="connsiteY10" fmla="*/ 96452 h 96452"/>
                  <a:gd name="connsiteX11" fmla="*/ 20037 w 76879"/>
                  <a:gd name="connsiteY11" fmla="*/ 96452 h 96452"/>
                  <a:gd name="connsiteX12" fmla="*/ 42117 w 76879"/>
                  <a:gd name="connsiteY12" fmla="*/ 81893 h 96452"/>
                  <a:gd name="connsiteX13" fmla="*/ 19331 w 76879"/>
                  <a:gd name="connsiteY13" fmla="*/ 81893 h 96452"/>
                  <a:gd name="connsiteX14" fmla="*/ 19331 w 76879"/>
                  <a:gd name="connsiteY14" fmla="*/ 53908 h 96452"/>
                  <a:gd name="connsiteX15" fmla="*/ 41875 w 76879"/>
                  <a:gd name="connsiteY15" fmla="*/ 53908 h 96452"/>
                  <a:gd name="connsiteX16" fmla="*/ 56861 w 76879"/>
                  <a:gd name="connsiteY16" fmla="*/ 67947 h 96452"/>
                  <a:gd name="connsiteX17" fmla="*/ 42117 w 76879"/>
                  <a:gd name="connsiteY17" fmla="*/ 81893 h 96452"/>
                  <a:gd name="connsiteX18" fmla="*/ 43528 w 76879"/>
                  <a:gd name="connsiteY18" fmla="*/ 15339 h 96452"/>
                  <a:gd name="connsiteX19" fmla="*/ 54763 w 76879"/>
                  <a:gd name="connsiteY19" fmla="*/ 26759 h 96452"/>
                  <a:gd name="connsiteX20" fmla="*/ 42432 w 76879"/>
                  <a:gd name="connsiteY20" fmla="*/ 38885 h 96452"/>
                  <a:gd name="connsiteX21" fmla="*/ 19313 w 76879"/>
                  <a:gd name="connsiteY21" fmla="*/ 38885 h 96452"/>
                  <a:gd name="connsiteX22" fmla="*/ 19313 w 76879"/>
                  <a:gd name="connsiteY22" fmla="*/ 15339 h 96452"/>
                  <a:gd name="connsiteX23" fmla="*/ 43528 w 76879"/>
                  <a:gd name="connsiteY23" fmla="*/ 15339 h 9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879" h="96452">
                    <a:moveTo>
                      <a:pt x="20037" y="96452"/>
                    </a:moveTo>
                    <a:lnTo>
                      <a:pt x="47892" y="96452"/>
                    </a:lnTo>
                    <a:cubicBezTo>
                      <a:pt x="66053" y="96452"/>
                      <a:pt x="76879" y="85589"/>
                      <a:pt x="76879" y="70417"/>
                    </a:cubicBezTo>
                    <a:cubicBezTo>
                      <a:pt x="76879" y="58142"/>
                      <a:pt x="67947" y="47613"/>
                      <a:pt x="58254" y="45181"/>
                    </a:cubicBezTo>
                    <a:cubicBezTo>
                      <a:pt x="66722" y="43045"/>
                      <a:pt x="73537" y="34354"/>
                      <a:pt x="73537" y="23751"/>
                    </a:cubicBezTo>
                    <a:cubicBezTo>
                      <a:pt x="73537" y="9526"/>
                      <a:pt x="63045" y="0"/>
                      <a:pt x="43472" y="0"/>
                    </a:cubicBezTo>
                    <a:lnTo>
                      <a:pt x="20037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96452"/>
                    </a:lnTo>
                    <a:lnTo>
                      <a:pt x="93" y="96452"/>
                    </a:lnTo>
                    <a:lnTo>
                      <a:pt x="20037" y="96452"/>
                    </a:lnTo>
                    <a:close/>
                    <a:moveTo>
                      <a:pt x="42117" y="81893"/>
                    </a:moveTo>
                    <a:lnTo>
                      <a:pt x="19331" y="81893"/>
                    </a:lnTo>
                    <a:lnTo>
                      <a:pt x="19331" y="53908"/>
                    </a:lnTo>
                    <a:lnTo>
                      <a:pt x="41875" y="53908"/>
                    </a:lnTo>
                    <a:cubicBezTo>
                      <a:pt x="49972" y="53908"/>
                      <a:pt x="56861" y="58588"/>
                      <a:pt x="56861" y="67947"/>
                    </a:cubicBezTo>
                    <a:cubicBezTo>
                      <a:pt x="56861" y="75858"/>
                      <a:pt x="50622" y="81893"/>
                      <a:pt x="42117" y="81893"/>
                    </a:cubicBezTo>
                    <a:moveTo>
                      <a:pt x="43528" y="15339"/>
                    </a:moveTo>
                    <a:cubicBezTo>
                      <a:pt x="48857" y="15339"/>
                      <a:pt x="54763" y="20278"/>
                      <a:pt x="54763" y="26759"/>
                    </a:cubicBezTo>
                    <a:cubicBezTo>
                      <a:pt x="54763" y="32534"/>
                      <a:pt x="50622" y="38885"/>
                      <a:pt x="42432" y="38885"/>
                    </a:cubicBezTo>
                    <a:lnTo>
                      <a:pt x="19313" y="38885"/>
                    </a:lnTo>
                    <a:lnTo>
                      <a:pt x="19313" y="15339"/>
                    </a:lnTo>
                    <a:lnTo>
                      <a:pt x="43528" y="15339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3ADB5B5-7BA1-42A3-AE26-4C2CF323E929}"/>
                  </a:ext>
                </a:extLst>
              </p:cNvPr>
              <p:cNvSpPr/>
              <p:nvPr/>
            </p:nvSpPr>
            <p:spPr>
              <a:xfrm>
                <a:off x="7487153" y="329883"/>
                <a:ext cx="76155" cy="96470"/>
              </a:xfrm>
              <a:custGeom>
                <a:avLst/>
                <a:gdLst>
                  <a:gd name="connsiteX0" fmla="*/ 58235 w 76155"/>
                  <a:gd name="connsiteY0" fmla="*/ 50287 h 96470"/>
                  <a:gd name="connsiteX1" fmla="*/ 75375 w 76155"/>
                  <a:gd name="connsiteY1" fmla="*/ 26982 h 96470"/>
                  <a:gd name="connsiteX2" fmla="*/ 44011 w 76155"/>
                  <a:gd name="connsiteY2" fmla="*/ 0 h 96470"/>
                  <a:gd name="connsiteX3" fmla="*/ 19536 w 76155"/>
                  <a:gd name="connsiteY3" fmla="*/ 0 h 96470"/>
                  <a:gd name="connsiteX4" fmla="*/ 167 w 76155"/>
                  <a:gd name="connsiteY4" fmla="*/ 0 h 96470"/>
                  <a:gd name="connsiteX5" fmla="*/ 0 w 76155"/>
                  <a:gd name="connsiteY5" fmla="*/ 0 h 96470"/>
                  <a:gd name="connsiteX6" fmla="*/ 0 w 76155"/>
                  <a:gd name="connsiteY6" fmla="*/ 96471 h 96470"/>
                  <a:gd name="connsiteX7" fmla="*/ 19536 w 76155"/>
                  <a:gd name="connsiteY7" fmla="*/ 96471 h 96470"/>
                  <a:gd name="connsiteX8" fmla="*/ 19536 w 76155"/>
                  <a:gd name="connsiteY8" fmla="*/ 58458 h 96470"/>
                  <a:gd name="connsiteX9" fmla="*/ 36100 w 76155"/>
                  <a:gd name="connsiteY9" fmla="*/ 58458 h 96470"/>
                  <a:gd name="connsiteX10" fmla="*/ 53240 w 76155"/>
                  <a:gd name="connsiteY10" fmla="*/ 70510 h 96470"/>
                  <a:gd name="connsiteX11" fmla="*/ 56508 w 76155"/>
                  <a:gd name="connsiteY11" fmla="*/ 96471 h 96470"/>
                  <a:gd name="connsiteX12" fmla="*/ 76155 w 76155"/>
                  <a:gd name="connsiteY12" fmla="*/ 96471 h 96470"/>
                  <a:gd name="connsiteX13" fmla="*/ 72701 w 76155"/>
                  <a:gd name="connsiteY13" fmla="*/ 71123 h 96470"/>
                  <a:gd name="connsiteX14" fmla="*/ 58235 w 76155"/>
                  <a:gd name="connsiteY14" fmla="*/ 50287 h 96470"/>
                  <a:gd name="connsiteX15" fmla="*/ 19517 w 76155"/>
                  <a:gd name="connsiteY15" fmla="*/ 42952 h 96470"/>
                  <a:gd name="connsiteX16" fmla="*/ 19517 w 76155"/>
                  <a:gd name="connsiteY16" fmla="*/ 16731 h 96470"/>
                  <a:gd name="connsiteX17" fmla="*/ 43008 w 76155"/>
                  <a:gd name="connsiteY17" fmla="*/ 16731 h 96470"/>
                  <a:gd name="connsiteX18" fmla="*/ 56230 w 76155"/>
                  <a:gd name="connsiteY18" fmla="*/ 29898 h 96470"/>
                  <a:gd name="connsiteX19" fmla="*/ 43602 w 76155"/>
                  <a:gd name="connsiteY19" fmla="*/ 42952 h 96470"/>
                  <a:gd name="connsiteX20" fmla="*/ 19517 w 76155"/>
                  <a:gd name="connsiteY20" fmla="*/ 4295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6155" h="96470">
                    <a:moveTo>
                      <a:pt x="58235" y="50287"/>
                    </a:moveTo>
                    <a:cubicBezTo>
                      <a:pt x="66480" y="47780"/>
                      <a:pt x="75375" y="40352"/>
                      <a:pt x="75375" y="26982"/>
                    </a:cubicBezTo>
                    <a:cubicBezTo>
                      <a:pt x="75375" y="9786"/>
                      <a:pt x="63751" y="0"/>
                      <a:pt x="44011" y="0"/>
                    </a:cubicBezTo>
                    <a:lnTo>
                      <a:pt x="19536" y="0"/>
                    </a:lnTo>
                    <a:lnTo>
                      <a:pt x="167" y="0"/>
                    </a:lnTo>
                    <a:lnTo>
                      <a:pt x="0" y="0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19536" y="58458"/>
                    </a:lnTo>
                    <a:lnTo>
                      <a:pt x="36100" y="58458"/>
                    </a:lnTo>
                    <a:cubicBezTo>
                      <a:pt x="46109" y="58458"/>
                      <a:pt x="51587" y="63639"/>
                      <a:pt x="53240" y="70510"/>
                    </a:cubicBezTo>
                    <a:cubicBezTo>
                      <a:pt x="55023" y="78124"/>
                      <a:pt x="54577" y="89433"/>
                      <a:pt x="56508" y="96471"/>
                    </a:cubicBezTo>
                    <a:lnTo>
                      <a:pt x="76155" y="96471"/>
                    </a:lnTo>
                    <a:cubicBezTo>
                      <a:pt x="74261" y="89080"/>
                      <a:pt x="73147" y="79033"/>
                      <a:pt x="72701" y="71123"/>
                    </a:cubicBezTo>
                    <a:cubicBezTo>
                      <a:pt x="71977" y="58012"/>
                      <a:pt x="65088" y="52831"/>
                      <a:pt x="58235" y="50287"/>
                    </a:cubicBezTo>
                    <a:moveTo>
                      <a:pt x="19517" y="42952"/>
                    </a:moveTo>
                    <a:lnTo>
                      <a:pt x="19517" y="16731"/>
                    </a:lnTo>
                    <a:lnTo>
                      <a:pt x="43008" y="16731"/>
                    </a:lnTo>
                    <a:cubicBezTo>
                      <a:pt x="50937" y="16731"/>
                      <a:pt x="56230" y="22265"/>
                      <a:pt x="56230" y="29898"/>
                    </a:cubicBezTo>
                    <a:cubicBezTo>
                      <a:pt x="56230" y="35227"/>
                      <a:pt x="51550" y="42952"/>
                      <a:pt x="43602" y="42952"/>
                    </a:cubicBezTo>
                    <a:lnTo>
                      <a:pt x="19517" y="4295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775D155D-F085-4E38-8A93-C70F18EEF150}"/>
                  </a:ext>
                </a:extLst>
              </p:cNvPr>
              <p:cNvSpPr/>
              <p:nvPr/>
            </p:nvSpPr>
            <p:spPr>
              <a:xfrm>
                <a:off x="7188679" y="330013"/>
                <a:ext cx="65013" cy="96470"/>
              </a:xfrm>
              <a:custGeom>
                <a:avLst/>
                <a:gdLst>
                  <a:gd name="connsiteX0" fmla="*/ 19536 w 65013"/>
                  <a:gd name="connsiteY0" fmla="*/ 0 h 96470"/>
                  <a:gd name="connsiteX1" fmla="*/ 0 w 65013"/>
                  <a:gd name="connsiteY1" fmla="*/ 0 h 96470"/>
                  <a:gd name="connsiteX2" fmla="*/ 0 w 65013"/>
                  <a:gd name="connsiteY2" fmla="*/ 79702 h 96470"/>
                  <a:gd name="connsiteX3" fmla="*/ 0 w 65013"/>
                  <a:gd name="connsiteY3" fmla="*/ 96471 h 96470"/>
                  <a:gd name="connsiteX4" fmla="*/ 19536 w 65013"/>
                  <a:gd name="connsiteY4" fmla="*/ 96471 h 96470"/>
                  <a:gd name="connsiteX5" fmla="*/ 65013 w 65013"/>
                  <a:gd name="connsiteY5" fmla="*/ 96471 h 96470"/>
                  <a:gd name="connsiteX6" fmla="*/ 65013 w 65013"/>
                  <a:gd name="connsiteY6" fmla="*/ 79702 h 96470"/>
                  <a:gd name="connsiteX7" fmla="*/ 19536 w 65013"/>
                  <a:gd name="connsiteY7" fmla="*/ 79702 h 9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13" h="96470">
                    <a:moveTo>
                      <a:pt x="19536" y="0"/>
                    </a:moveTo>
                    <a:lnTo>
                      <a:pt x="0" y="0"/>
                    </a:lnTo>
                    <a:lnTo>
                      <a:pt x="0" y="79702"/>
                    </a:lnTo>
                    <a:lnTo>
                      <a:pt x="0" y="96471"/>
                    </a:lnTo>
                    <a:lnTo>
                      <a:pt x="19536" y="96471"/>
                    </a:lnTo>
                    <a:lnTo>
                      <a:pt x="65013" y="96471"/>
                    </a:lnTo>
                    <a:lnTo>
                      <a:pt x="65013" y="79702"/>
                    </a:lnTo>
                    <a:lnTo>
                      <a:pt x="19536" y="79702"/>
                    </a:lnTo>
                    <a:close/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DA84386B-3938-4432-8E0B-B1B6F08BCD7E}"/>
                  </a:ext>
                </a:extLst>
              </p:cNvPr>
              <p:cNvSpPr/>
              <p:nvPr/>
            </p:nvSpPr>
            <p:spPr>
              <a:xfrm>
                <a:off x="7304667" y="214508"/>
                <a:ext cx="77882" cy="101874"/>
              </a:xfrm>
              <a:custGeom>
                <a:avLst/>
                <a:gdLst>
                  <a:gd name="connsiteX0" fmla="*/ 33054 w 77882"/>
                  <a:gd name="connsiteY0" fmla="*/ 58644 h 101874"/>
                  <a:gd name="connsiteX1" fmla="*/ 57604 w 77882"/>
                  <a:gd name="connsiteY1" fmla="*/ 73611 h 101874"/>
                  <a:gd name="connsiteX2" fmla="*/ 38328 w 77882"/>
                  <a:gd name="connsiteY2" fmla="*/ 85923 h 101874"/>
                  <a:gd name="connsiteX3" fmla="*/ 18718 w 77882"/>
                  <a:gd name="connsiteY3" fmla="*/ 69767 h 101874"/>
                  <a:gd name="connsiteX4" fmla="*/ 0 w 77882"/>
                  <a:gd name="connsiteY4" fmla="*/ 69767 h 101874"/>
                  <a:gd name="connsiteX5" fmla="*/ 39201 w 77882"/>
                  <a:gd name="connsiteY5" fmla="*/ 101874 h 101874"/>
                  <a:gd name="connsiteX6" fmla="*/ 77882 w 77882"/>
                  <a:gd name="connsiteY6" fmla="*/ 71290 h 101874"/>
                  <a:gd name="connsiteX7" fmla="*/ 50083 w 77882"/>
                  <a:gd name="connsiteY7" fmla="*/ 42952 h 101874"/>
                  <a:gd name="connsiteX8" fmla="*/ 21207 w 77882"/>
                  <a:gd name="connsiteY8" fmla="*/ 28041 h 101874"/>
                  <a:gd name="connsiteX9" fmla="*/ 38495 w 77882"/>
                  <a:gd name="connsiteY9" fmla="*/ 16174 h 101874"/>
                  <a:gd name="connsiteX10" fmla="*/ 56025 w 77882"/>
                  <a:gd name="connsiteY10" fmla="*/ 30900 h 101874"/>
                  <a:gd name="connsiteX11" fmla="*/ 74930 w 77882"/>
                  <a:gd name="connsiteY11" fmla="*/ 30900 h 101874"/>
                  <a:gd name="connsiteX12" fmla="*/ 37753 w 77882"/>
                  <a:gd name="connsiteY12" fmla="*/ 0 h 101874"/>
                  <a:gd name="connsiteX13" fmla="*/ 1671 w 77882"/>
                  <a:gd name="connsiteY13" fmla="*/ 29285 h 101874"/>
                  <a:gd name="connsiteX14" fmla="*/ 33054 w 77882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882" h="101874">
                    <a:moveTo>
                      <a:pt x="33054" y="58644"/>
                    </a:moveTo>
                    <a:cubicBezTo>
                      <a:pt x="48727" y="61374"/>
                      <a:pt x="57604" y="64252"/>
                      <a:pt x="57604" y="73611"/>
                    </a:cubicBezTo>
                    <a:cubicBezTo>
                      <a:pt x="57604" y="79925"/>
                      <a:pt x="51364" y="85923"/>
                      <a:pt x="38328" y="85923"/>
                    </a:cubicBezTo>
                    <a:cubicBezTo>
                      <a:pt x="25367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45" y="101874"/>
                      <a:pt x="39201" y="101874"/>
                    </a:cubicBezTo>
                    <a:cubicBezTo>
                      <a:pt x="66183" y="101874"/>
                      <a:pt x="77882" y="87613"/>
                      <a:pt x="77882" y="71290"/>
                    </a:cubicBezTo>
                    <a:cubicBezTo>
                      <a:pt x="77882" y="56081"/>
                      <a:pt x="67892" y="46462"/>
                      <a:pt x="50083" y="42952"/>
                    </a:cubicBezTo>
                    <a:cubicBezTo>
                      <a:pt x="32980" y="39591"/>
                      <a:pt x="21207" y="38885"/>
                      <a:pt x="21207" y="28041"/>
                    </a:cubicBezTo>
                    <a:cubicBezTo>
                      <a:pt x="21207" y="20594"/>
                      <a:pt x="28022" y="16174"/>
                      <a:pt x="38495" y="16174"/>
                    </a:cubicBezTo>
                    <a:cubicBezTo>
                      <a:pt x="49637" y="16174"/>
                      <a:pt x="56025" y="21652"/>
                      <a:pt x="56025" y="30900"/>
                    </a:cubicBezTo>
                    <a:lnTo>
                      <a:pt x="74930" y="30900"/>
                    </a:lnTo>
                    <a:cubicBezTo>
                      <a:pt x="74930" y="15673"/>
                      <a:pt x="63398" y="0"/>
                      <a:pt x="37753" y="0"/>
                    </a:cubicBezTo>
                    <a:cubicBezTo>
                      <a:pt x="20037" y="0"/>
                      <a:pt x="1671" y="10213"/>
                      <a:pt x="1671" y="29285"/>
                    </a:cubicBezTo>
                    <a:cubicBezTo>
                      <a:pt x="1690" y="45292"/>
                      <a:pt x="13463" y="55208"/>
                      <a:pt x="33054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729CC696-8021-43A4-A482-FA79C23958AC}"/>
                  </a:ext>
                </a:extLst>
              </p:cNvPr>
              <p:cNvSpPr/>
              <p:nvPr/>
            </p:nvSpPr>
            <p:spPr>
              <a:xfrm>
                <a:off x="7576605" y="214508"/>
                <a:ext cx="77919" cy="101874"/>
              </a:xfrm>
              <a:custGeom>
                <a:avLst/>
                <a:gdLst>
                  <a:gd name="connsiteX0" fmla="*/ 33092 w 77919"/>
                  <a:gd name="connsiteY0" fmla="*/ 58644 h 101874"/>
                  <a:gd name="connsiteX1" fmla="*/ 57622 w 77919"/>
                  <a:gd name="connsiteY1" fmla="*/ 73611 h 101874"/>
                  <a:gd name="connsiteX2" fmla="*/ 38384 w 77919"/>
                  <a:gd name="connsiteY2" fmla="*/ 85923 h 101874"/>
                  <a:gd name="connsiteX3" fmla="*/ 18718 w 77919"/>
                  <a:gd name="connsiteY3" fmla="*/ 69767 h 101874"/>
                  <a:gd name="connsiteX4" fmla="*/ 0 w 77919"/>
                  <a:gd name="connsiteY4" fmla="*/ 69767 h 101874"/>
                  <a:gd name="connsiteX5" fmla="*/ 39220 w 77919"/>
                  <a:gd name="connsiteY5" fmla="*/ 101874 h 101874"/>
                  <a:gd name="connsiteX6" fmla="*/ 77919 w 77919"/>
                  <a:gd name="connsiteY6" fmla="*/ 71290 h 101874"/>
                  <a:gd name="connsiteX7" fmla="*/ 50120 w 77919"/>
                  <a:gd name="connsiteY7" fmla="*/ 42952 h 101874"/>
                  <a:gd name="connsiteX8" fmla="*/ 21263 w 77919"/>
                  <a:gd name="connsiteY8" fmla="*/ 28041 h 101874"/>
                  <a:gd name="connsiteX9" fmla="*/ 38551 w 77919"/>
                  <a:gd name="connsiteY9" fmla="*/ 16174 h 101874"/>
                  <a:gd name="connsiteX10" fmla="*/ 56081 w 77919"/>
                  <a:gd name="connsiteY10" fmla="*/ 30900 h 101874"/>
                  <a:gd name="connsiteX11" fmla="*/ 74967 w 77919"/>
                  <a:gd name="connsiteY11" fmla="*/ 30900 h 101874"/>
                  <a:gd name="connsiteX12" fmla="*/ 37771 w 77919"/>
                  <a:gd name="connsiteY12" fmla="*/ 0 h 101874"/>
                  <a:gd name="connsiteX13" fmla="*/ 1727 w 77919"/>
                  <a:gd name="connsiteY13" fmla="*/ 29285 h 101874"/>
                  <a:gd name="connsiteX14" fmla="*/ 33092 w 77919"/>
                  <a:gd name="connsiteY14" fmla="*/ 58644 h 10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919" h="101874">
                    <a:moveTo>
                      <a:pt x="33092" y="58644"/>
                    </a:moveTo>
                    <a:cubicBezTo>
                      <a:pt x="48746" y="61374"/>
                      <a:pt x="57622" y="64252"/>
                      <a:pt x="57622" y="73611"/>
                    </a:cubicBezTo>
                    <a:cubicBezTo>
                      <a:pt x="57622" y="79925"/>
                      <a:pt x="51383" y="85923"/>
                      <a:pt x="38384" y="85923"/>
                    </a:cubicBezTo>
                    <a:cubicBezTo>
                      <a:pt x="25385" y="85923"/>
                      <a:pt x="18718" y="78551"/>
                      <a:pt x="18718" y="69767"/>
                    </a:cubicBezTo>
                    <a:lnTo>
                      <a:pt x="0" y="69767"/>
                    </a:lnTo>
                    <a:cubicBezTo>
                      <a:pt x="0" y="86554"/>
                      <a:pt x="10882" y="101874"/>
                      <a:pt x="39220" y="101874"/>
                    </a:cubicBezTo>
                    <a:cubicBezTo>
                      <a:pt x="66220" y="101874"/>
                      <a:pt x="77919" y="87613"/>
                      <a:pt x="77919" y="71290"/>
                    </a:cubicBezTo>
                    <a:cubicBezTo>
                      <a:pt x="77919" y="56081"/>
                      <a:pt x="67947" y="46462"/>
                      <a:pt x="50120" y="42952"/>
                    </a:cubicBezTo>
                    <a:cubicBezTo>
                      <a:pt x="33017" y="39591"/>
                      <a:pt x="21263" y="38885"/>
                      <a:pt x="21263" y="28041"/>
                    </a:cubicBezTo>
                    <a:cubicBezTo>
                      <a:pt x="21263" y="20594"/>
                      <a:pt x="28059" y="16174"/>
                      <a:pt x="38551" y="16174"/>
                    </a:cubicBezTo>
                    <a:cubicBezTo>
                      <a:pt x="49675" y="16174"/>
                      <a:pt x="56081" y="21652"/>
                      <a:pt x="56081" y="30900"/>
                    </a:cubicBezTo>
                    <a:lnTo>
                      <a:pt x="74967" y="30900"/>
                    </a:lnTo>
                    <a:cubicBezTo>
                      <a:pt x="74967" y="15673"/>
                      <a:pt x="63416" y="0"/>
                      <a:pt x="37771" y="0"/>
                    </a:cubicBezTo>
                    <a:cubicBezTo>
                      <a:pt x="20074" y="0"/>
                      <a:pt x="1727" y="10213"/>
                      <a:pt x="1727" y="29285"/>
                    </a:cubicBezTo>
                    <a:cubicBezTo>
                      <a:pt x="1708" y="45292"/>
                      <a:pt x="13519" y="55208"/>
                      <a:pt x="33092" y="58644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92D078A-1198-4AFD-9245-2A6EFFAE4DBD}"/>
                  </a:ext>
                </a:extLst>
              </p:cNvPr>
              <p:cNvSpPr/>
              <p:nvPr/>
            </p:nvSpPr>
            <p:spPr>
              <a:xfrm>
                <a:off x="7331018" y="327655"/>
                <a:ext cx="86052" cy="100890"/>
              </a:xfrm>
              <a:custGeom>
                <a:avLst/>
                <a:gdLst>
                  <a:gd name="connsiteX0" fmla="*/ 44995 w 86052"/>
                  <a:gd name="connsiteY0" fmla="*/ 83899 h 100890"/>
                  <a:gd name="connsiteX1" fmla="*/ 20111 w 86052"/>
                  <a:gd name="connsiteY1" fmla="*/ 50176 h 100890"/>
                  <a:gd name="connsiteX2" fmla="*/ 44995 w 86052"/>
                  <a:gd name="connsiteY2" fmla="*/ 16416 h 100890"/>
                  <a:gd name="connsiteX3" fmla="*/ 65719 w 86052"/>
                  <a:gd name="connsiteY3" fmla="*/ 32943 h 100890"/>
                  <a:gd name="connsiteX4" fmla="*/ 85923 w 86052"/>
                  <a:gd name="connsiteY4" fmla="*/ 32943 h 100890"/>
                  <a:gd name="connsiteX5" fmla="*/ 44456 w 86052"/>
                  <a:gd name="connsiteY5" fmla="*/ 0 h 100890"/>
                  <a:gd name="connsiteX6" fmla="*/ 0 w 86052"/>
                  <a:gd name="connsiteY6" fmla="*/ 50454 h 100890"/>
                  <a:gd name="connsiteX7" fmla="*/ 44456 w 86052"/>
                  <a:gd name="connsiteY7" fmla="*/ 100890 h 100890"/>
                  <a:gd name="connsiteX8" fmla="*/ 86053 w 86052"/>
                  <a:gd name="connsiteY8" fmla="*/ 66833 h 100890"/>
                  <a:gd name="connsiteX9" fmla="*/ 65719 w 86052"/>
                  <a:gd name="connsiteY9" fmla="*/ 66833 h 100890"/>
                  <a:gd name="connsiteX10" fmla="*/ 44995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95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88" y="16416"/>
                      <a:pt x="44995" y="16416"/>
                    </a:cubicBezTo>
                    <a:cubicBezTo>
                      <a:pt x="56917" y="16416"/>
                      <a:pt x="63063" y="23844"/>
                      <a:pt x="65719" y="32943"/>
                    </a:cubicBezTo>
                    <a:lnTo>
                      <a:pt x="85923" y="32943"/>
                    </a:lnTo>
                    <a:cubicBezTo>
                      <a:pt x="82618" y="14039"/>
                      <a:pt x="67854" y="0"/>
                      <a:pt x="44456" y="0"/>
                    </a:cubicBezTo>
                    <a:cubicBezTo>
                      <a:pt x="14949" y="0"/>
                      <a:pt x="0" y="22600"/>
                      <a:pt x="0" y="50454"/>
                    </a:cubicBezTo>
                    <a:cubicBezTo>
                      <a:pt x="0" y="78309"/>
                      <a:pt x="15543" y="100890"/>
                      <a:pt x="44456" y="100890"/>
                    </a:cubicBezTo>
                    <a:cubicBezTo>
                      <a:pt x="67576" y="100890"/>
                      <a:pt x="83193" y="87408"/>
                      <a:pt x="86053" y="66833"/>
                    </a:cubicBezTo>
                    <a:lnTo>
                      <a:pt x="65719" y="66833"/>
                    </a:lnTo>
                    <a:cubicBezTo>
                      <a:pt x="63063" y="76527"/>
                      <a:pt x="56713" y="83899"/>
                      <a:pt x="44995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4CD3A8C-697D-4C3F-8621-CC0FD51528B4}"/>
                  </a:ext>
                </a:extLst>
              </p:cNvPr>
              <p:cNvSpPr/>
              <p:nvPr/>
            </p:nvSpPr>
            <p:spPr>
              <a:xfrm>
                <a:off x="7592463" y="327655"/>
                <a:ext cx="86052" cy="100890"/>
              </a:xfrm>
              <a:custGeom>
                <a:avLst/>
                <a:gdLst>
                  <a:gd name="connsiteX0" fmla="*/ 44976 w 86052"/>
                  <a:gd name="connsiteY0" fmla="*/ 83899 h 100890"/>
                  <a:gd name="connsiteX1" fmla="*/ 20111 w 86052"/>
                  <a:gd name="connsiteY1" fmla="*/ 50176 h 100890"/>
                  <a:gd name="connsiteX2" fmla="*/ 44976 w 86052"/>
                  <a:gd name="connsiteY2" fmla="*/ 16416 h 100890"/>
                  <a:gd name="connsiteX3" fmla="*/ 65682 w 86052"/>
                  <a:gd name="connsiteY3" fmla="*/ 32943 h 100890"/>
                  <a:gd name="connsiteX4" fmla="*/ 85923 w 86052"/>
                  <a:gd name="connsiteY4" fmla="*/ 32943 h 100890"/>
                  <a:gd name="connsiteX5" fmla="*/ 44419 w 86052"/>
                  <a:gd name="connsiteY5" fmla="*/ 0 h 100890"/>
                  <a:gd name="connsiteX6" fmla="*/ 0 w 86052"/>
                  <a:gd name="connsiteY6" fmla="*/ 50454 h 100890"/>
                  <a:gd name="connsiteX7" fmla="*/ 44419 w 86052"/>
                  <a:gd name="connsiteY7" fmla="*/ 100890 h 100890"/>
                  <a:gd name="connsiteX8" fmla="*/ 86053 w 86052"/>
                  <a:gd name="connsiteY8" fmla="*/ 66833 h 100890"/>
                  <a:gd name="connsiteX9" fmla="*/ 65682 w 86052"/>
                  <a:gd name="connsiteY9" fmla="*/ 66833 h 100890"/>
                  <a:gd name="connsiteX10" fmla="*/ 44976 w 86052"/>
                  <a:gd name="connsiteY10" fmla="*/ 83899 h 100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052" h="100890">
                    <a:moveTo>
                      <a:pt x="44976" y="83899"/>
                    </a:moveTo>
                    <a:cubicBezTo>
                      <a:pt x="29285" y="83899"/>
                      <a:pt x="20111" y="68523"/>
                      <a:pt x="20111" y="50176"/>
                    </a:cubicBezTo>
                    <a:cubicBezTo>
                      <a:pt x="20111" y="31829"/>
                      <a:pt x="28950" y="16416"/>
                      <a:pt x="44976" y="16416"/>
                    </a:cubicBezTo>
                    <a:cubicBezTo>
                      <a:pt x="56935" y="16416"/>
                      <a:pt x="63045" y="23844"/>
                      <a:pt x="65682" y="32943"/>
                    </a:cubicBezTo>
                    <a:lnTo>
                      <a:pt x="85923" y="32943"/>
                    </a:lnTo>
                    <a:cubicBezTo>
                      <a:pt x="82618" y="14039"/>
                      <a:pt x="67817" y="0"/>
                      <a:pt x="44419" y="0"/>
                    </a:cubicBezTo>
                    <a:cubicBezTo>
                      <a:pt x="14930" y="0"/>
                      <a:pt x="0" y="22600"/>
                      <a:pt x="0" y="50454"/>
                    </a:cubicBezTo>
                    <a:cubicBezTo>
                      <a:pt x="0" y="78309"/>
                      <a:pt x="15524" y="100890"/>
                      <a:pt x="44419" y="100890"/>
                    </a:cubicBezTo>
                    <a:cubicBezTo>
                      <a:pt x="67576" y="100890"/>
                      <a:pt x="83175" y="87408"/>
                      <a:pt x="86053" y="66833"/>
                    </a:cubicBezTo>
                    <a:lnTo>
                      <a:pt x="65682" y="66833"/>
                    </a:lnTo>
                    <a:cubicBezTo>
                      <a:pt x="63045" y="76527"/>
                      <a:pt x="56694" y="83899"/>
                      <a:pt x="44976" y="83899"/>
                    </a:cubicBezTo>
                  </a:path>
                </a:pathLst>
              </a:custGeom>
              <a:solidFill>
                <a:srgbClr val="000000"/>
              </a:solidFill>
              <a:ln w="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7848" y="1"/>
            <a:ext cx="6570000" cy="688436"/>
          </a:xfrm>
          <a:prstGeom prst="rect">
            <a:avLst/>
          </a:prstGeom>
        </p:spPr>
        <p:txBody>
          <a:bodyPr vert="horz" lIns="284400" tIns="72000" rIns="284400" bIns="7200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642" y="1053621"/>
            <a:ext cx="8280716" cy="543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0499" y="6552000"/>
            <a:ext cx="957262" cy="10746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30000"/>
              </a:lnSpc>
              <a:defRPr sz="600" spc="300">
                <a:solidFill>
                  <a:srgbClr val="666666"/>
                </a:solidFill>
                <a:latin typeface="Segoe UI 本文"/>
              </a:defRPr>
            </a:lvl1pPr>
          </a:lstStyle>
          <a:p>
            <a:endParaRPr lang="ja-JP" altLang="en-US" sz="5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ftr" sz="quarter" idx="3"/>
          </p:nvPr>
        </p:nvSpPr>
        <p:spPr>
          <a:xfrm>
            <a:off x="1813561" y="6541200"/>
            <a:ext cx="2758440" cy="26693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30000"/>
              </a:lnSpc>
              <a:defRPr sz="1000" spc="300">
                <a:solidFill>
                  <a:srgbClr val="666666"/>
                </a:solidFill>
              </a:defRPr>
            </a:lvl1pPr>
          </a:lstStyle>
          <a:p>
            <a:endParaRPr lang="ja-JP" altLang="en-US" dirty="0"/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2F718417-5EB3-4C4A-9B8D-E889AD77B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9602" y="6541200"/>
            <a:ext cx="412279" cy="26693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0" spc="100" baseline="0">
                <a:solidFill>
                  <a:srgbClr val="666666"/>
                </a:solidFill>
                <a:latin typeface="+mn-lt"/>
                <a:ea typeface="+mj-ea"/>
              </a:defRPr>
            </a:lvl1pPr>
          </a:lstStyle>
          <a:p>
            <a:fld id="{8E309D18-5CEC-4165-B971-DC4DA761F26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884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69" r:id="rId2"/>
    <p:sldLayoutId id="2147483775" r:id="rId3"/>
    <p:sldLayoutId id="2147483776" r:id="rId4"/>
  </p:sldLayoutIdLst>
  <p:hf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kumimoji="1" sz="1800" b="1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272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pos="5488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Layout_1_Title_And_BulletedText">
  <a:themeElements>
    <a:clrScheme name="Brand Central">
      <a:dk1>
        <a:srgbClr val="000000"/>
      </a:dk1>
      <a:lt1>
        <a:srgbClr val="FFFFFF"/>
      </a:lt1>
      <a:dk2>
        <a:srgbClr val="666666"/>
      </a:dk2>
      <a:lt2>
        <a:srgbClr val="E1E1E1"/>
      </a:lt2>
      <a:accent1>
        <a:srgbClr val="E60012"/>
      </a:accent1>
      <a:accent2>
        <a:srgbClr val="FCDECA"/>
      </a:accent2>
      <a:accent3>
        <a:srgbClr val="B1D9B7"/>
      </a:accent3>
      <a:accent4>
        <a:srgbClr val="B8E5E6"/>
      </a:accent4>
      <a:accent5>
        <a:srgbClr val="B9E1FF"/>
      </a:accent5>
      <a:accent6>
        <a:srgbClr val="FAC8DA"/>
      </a:accent6>
      <a:hlink>
        <a:srgbClr val="E60012"/>
      </a:hlink>
      <a:folHlink>
        <a:srgbClr val="FF6B74"/>
      </a:folHlink>
    </a:clrScheme>
    <a:fontScheme name="Segoe UI・游ゴシック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f11ddcc9-08ce-44ec-a8a2-515652e566a8">01：会社説明PPT</category>
    <_dlc_DocId xmlns="fe9ed57b-07c4-4111-9a9a-eea6dd44bb52">PTVE3NZ4FS7V-1702755414-17</_dlc_DocId>
    <_dlc_DocIdUrl xmlns="fe9ed57b-07c4-4111-9a9a-eea6dd44bb52">
      <Url>https://mitsubishielectricgroup.sharepoint.com/sites/010116/adv/_layouts/15/DocIdRedir.aspx?ID=PTVE3NZ4FS7V-1702755414-17</Url>
      <Description>PTVE3NZ4FS7V-1702755414-17</Description>
    </_dlc_DocIdUrl>
    <lcf76f155ced4ddcb4097134ff3c332f xmlns="f11ddcc9-08ce-44ec-a8a2-515652e566a8">
      <Terms xmlns="http://schemas.microsoft.com/office/infopath/2007/PartnerControls"/>
    </lcf76f155ced4ddcb4097134ff3c332f>
    <TaxCatchAll xmlns="fe9ed57b-07c4-4111-9a9a-eea6dd44bb52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4896A9979A5FC40870F0BF5CEED466D" ma:contentTypeVersion="11" ma:contentTypeDescription="新しいドキュメントを作成します。" ma:contentTypeScope="" ma:versionID="70f3194ab9b03d4f9fd2f06d92244f95">
  <xsd:schema xmlns:xsd="http://www.w3.org/2001/XMLSchema" xmlns:xs="http://www.w3.org/2001/XMLSchema" xmlns:p="http://schemas.microsoft.com/office/2006/metadata/properties" xmlns:ns2="f11ddcc9-08ce-44ec-a8a2-515652e566a8" xmlns:ns3="fe9ed57b-07c4-4111-9a9a-eea6dd44bb52" targetNamespace="http://schemas.microsoft.com/office/2006/metadata/properties" ma:root="true" ma:fieldsID="d82bbd90db2fb41e7d071b32d9ab70cc" ns2:_="" ns3:_="">
    <xsd:import namespace="f11ddcc9-08ce-44ec-a8a2-515652e566a8"/>
    <xsd:import namespace="fe9ed57b-07c4-4111-9a9a-eea6dd44bb52"/>
    <xsd:element name="properties">
      <xsd:complexType>
        <xsd:sequence>
          <xsd:element name="documentManagement">
            <xsd:complexType>
              <xsd:all>
                <xsd:element ref="ns2:category" minOccurs="0"/>
                <xsd:element ref="ns3:_dlc_DocId" minOccurs="0"/>
                <xsd:element ref="ns3:_dlc_DocIdUrl" minOccurs="0"/>
                <xsd:element ref="ns3:_dlc_DocIdPersistId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1ddcc9-08ce-44ec-a8a2-515652e566a8" elementFormDefault="qualified">
    <xsd:import namespace="http://schemas.microsoft.com/office/2006/documentManagement/types"/>
    <xsd:import namespace="http://schemas.microsoft.com/office/infopath/2007/PartnerControls"/>
    <xsd:element name="category" ma:index="2" nillable="true" ma:displayName="カテゴリ" ma:default="01：会社説明PPT" ma:format="Dropdown" ma:internalName="category">
      <xsd:simpleType>
        <xsd:restriction base="dms:Choice">
          <xsd:enumeration value="01：会社説明PPT"/>
          <xsd:enumeration value="02：当社提供番組について"/>
          <xsd:enumeration value="03：三菱電機PPTテンプレート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9e8076fe-bb0c-488f-ac76-058e9f0b25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9ed57b-07c4-4111-9a9a-eea6dd44bb52" elementFormDefault="qualified">
    <xsd:import namespace="http://schemas.microsoft.com/office/2006/documentManagement/types"/>
    <xsd:import namespace="http://schemas.microsoft.com/office/infopath/2007/PartnerControls"/>
    <xsd:element name="_dlc_DocId" ma:index="5" nillable="true" ma:displayName="ドキュメント ID 値" ma:description="このアイテムに割り当てられているドキュメント ID の値です。" ma:indexed="true" ma:internalName="_dlc_DocId" ma:readOnly="true">
      <xsd:simpleType>
        <xsd:restriction base="dms:Text"/>
      </xsd:simpleType>
    </xsd:element>
    <xsd:element name="_dlc_DocIdUrl" ma:index="6" nillable="true" ma:displayName="ドキュメントID:" ma:description="このドキュメントへの常時接続リンクです。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7" nillable="true" ma:displayName="ID を保持" ma:description="追加時に ID を保持します。" ma:hidden="true" ma:internalName="_dlc_DocIdPersistId" ma:readOnly="true">
      <xsd:simpleType>
        <xsd:restriction base="dms:Boolean"/>
      </xsd:simpleType>
    </xsd:element>
    <xsd:element name="TaxCatchAll" ma:index="16" nillable="true" ma:displayName="Taxonomy Catch All Column" ma:hidden="true" ma:list="{505df1ea-7ef9-443c-bbc5-a38ceb4fd4f5}" ma:internalName="TaxCatchAll" ma:showField="CatchAllData" ma:web="fe9ed57b-07c4-4111-9a9a-eea6dd44bb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7EFC29-E41B-44B6-88EB-01AA880A9B1D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F194CC34-2CAC-44EC-B6E5-65641B2EAA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10E51F-234D-4D32-B8C8-86643B6F8AF4}">
  <ds:schemaRefs>
    <ds:schemaRef ds:uri="http://schemas.microsoft.com/office/2006/metadata/properties"/>
    <ds:schemaRef ds:uri="http://schemas.microsoft.com/office/infopath/2007/PartnerControls"/>
    <ds:schemaRef ds:uri="f11ddcc9-08ce-44ec-a8a2-515652e566a8"/>
    <ds:schemaRef ds:uri="fe9ed57b-07c4-4111-9a9a-eea6dd44bb52"/>
  </ds:schemaRefs>
</ds:datastoreItem>
</file>

<file path=customXml/itemProps4.xml><?xml version="1.0" encoding="utf-8"?>
<ds:datastoreItem xmlns:ds="http://schemas.openxmlformats.org/officeDocument/2006/customXml" ds:itemID="{8FAA407C-C259-421A-9354-1E884A87E9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1ddcc9-08ce-44ec-a8a2-515652e566a8"/>
    <ds:schemaRef ds:uri="fe9ed57b-07c4-4111-9a9a-eea6dd44bb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画面に合わせる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5" baseType="lpstr">
      <vt:lpstr>Segoe UI 本文</vt:lpstr>
      <vt:lpstr>Arial</vt:lpstr>
      <vt:lpstr>Calibri</vt:lpstr>
      <vt:lpstr>Segoe UI</vt:lpstr>
      <vt:lpstr>Layout_1_Title_And_BulletedText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三菱電機PPTテンプレートB 4:3画面(国内用)</dc:title>
  <dc:creator/>
  <cp:lastModifiedBy/>
  <cp:revision>2</cp:revision>
  <dcterms:created xsi:type="dcterms:W3CDTF">2021-10-25T09:46:02Z</dcterms:created>
  <dcterms:modified xsi:type="dcterms:W3CDTF">2025-12-15T06:13:07Z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0x01010074896A9979A5FC40870F0BF5CEED466D</vt:lpwstr>
  </property>
  <property fmtid="{D5CDD505-2E9C-101B-9397-08002B2CF9AE}" pid="3" name="_dlc_DocIdItemGuid">
    <vt:lpwstr>d21e3ce4-b851-4063-98dc-32e480799571</vt:lpwstr>
  </property>
</Properties>
</file>